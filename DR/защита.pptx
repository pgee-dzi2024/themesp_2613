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2178" autoAdjust="0"/>
  </p:normalViewPr>
  <p:slideViewPr>
    <p:cSldViewPr snapToGrid="0">
      <p:cViewPr varScale="1">
        <p:scale>
          <a:sx n="71" d="100"/>
          <a:sy n="71" d="100"/>
        </p:scale>
        <p:origin x="20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4000" dirty="0" smtClean="0"/>
              <a:t>Основната цел е създаването на мобилен робот, който се управлява дистанционно чрез уеб интерфейс от смартфон или компютър. Проектът цели да направи управлението на роботизирани системи по-достъпно чрез използването на стандартни потребителски устройства.</a:t>
            </a:r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924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3601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9148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76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889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1259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58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71974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22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47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5219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63330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3683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0266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35436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72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018210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  <p:sldLayoutId id="2147483915" r:id="rId15"/>
    <p:sldLayoutId id="214748391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89903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1368</TotalTime>
  <Words>38</Words>
  <Application>Microsoft Office PowerPoint</Application>
  <PresentationFormat>Widescreen</PresentationFormat>
  <Paragraphs>3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4</cp:revision>
  <dcterms:created xsi:type="dcterms:W3CDTF">2026-04-27T09:07:25Z</dcterms:created>
  <dcterms:modified xsi:type="dcterms:W3CDTF">2026-04-30T06:37:38Z</dcterms:modified>
</cp:coreProperties>
</file>