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2178" autoAdjust="0"/>
  </p:normalViewPr>
  <p:slideViewPr>
    <p:cSldViewPr snapToGrid="0">
      <p:cViewPr varScale="1">
        <p:scale>
          <a:sx n="71" d="100"/>
          <a:sy n="71" d="100"/>
        </p:scale>
        <p:origin x="13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D87C98-C836-4DCD-9292-B24B0D0B6832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6C144B-D339-4822-8841-68B5F0331A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11952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4000" dirty="0" smtClean="0"/>
              <a:t>Основната цел е създаването на мобилен робот, който се управлява дистанционно чрез уеб интерфейс от смартфон или компютър. Проектът цели да направи управлението на роботизирани системи по-достъпно чрез използването на стандартни потребителски устройства.</a:t>
            </a:r>
            <a:endParaRPr lang="bg-BG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5122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69785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2924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3601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49148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076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62889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12597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582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71974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822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41647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352195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363330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83683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302669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35436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472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C9C91-2632-4F22-BFB1-62130C040863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3018210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  <p:sldLayoutId id="2147483912" r:id="rId12"/>
    <p:sldLayoutId id="2147483913" r:id="rId13"/>
    <p:sldLayoutId id="2147483914" r:id="rId14"/>
    <p:sldLayoutId id="2147483915" r:id="rId15"/>
    <p:sldLayoutId id="214748391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89903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8771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7780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9937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79485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1368</TotalTime>
  <Words>38</Words>
  <Application>Microsoft Office PowerPoint</Application>
  <PresentationFormat>Widescreen</PresentationFormat>
  <Paragraphs>3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Trebuchet MS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4</cp:revision>
  <dcterms:created xsi:type="dcterms:W3CDTF">2026-04-27T09:07:25Z</dcterms:created>
  <dcterms:modified xsi:type="dcterms:W3CDTF">2026-04-28T07:56:07Z</dcterms:modified>
</cp:coreProperties>
</file>