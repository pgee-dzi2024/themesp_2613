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Default Extension="jpg" ContentType="image/jpeg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935" r:id="rId1"/>
  </p:sldMasterIdLst>
  <p:notesMasterIdLst>
    <p:notesMasterId r:id="rId15"/>
  </p:notesMasterIdLst>
  <p:sldIdLst>
    <p:sldId id="257" r:id="rId2"/>
    <p:sldId id="258" r:id="rId3"/>
    <p:sldId id="259" r:id="rId4"/>
    <p:sldId id="260" r:id="rId5"/>
    <p:sldId id="261" r:id="rId6"/>
    <p:sldId id="262" r:id="rId7"/>
    <p:sldId id="263" r:id="rId8"/>
    <p:sldId id="264" r:id="rId9"/>
    <p:sldId id="265" r:id="rId10"/>
    <p:sldId id="266" r:id="rId11"/>
    <p:sldId id="267" r:id="rId12"/>
    <p:sldId id="268" r:id="rId13"/>
    <p:sldId id="269" r:id="rId14"/>
  </p:sldIdLst>
  <p:sldSz cx="12192000" cy="6858000"/>
  <p:notesSz cx="6858000" cy="9144000"/>
  <p:defaultTextStyle>
    <a:defPPr>
      <a:defRPr lang="bg-BG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62178" autoAdjust="0"/>
  </p:normalViewPr>
  <p:slideViewPr>
    <p:cSldViewPr snapToGrid="0">
      <p:cViewPr varScale="1">
        <p:scale>
          <a:sx n="71" d="100"/>
          <a:sy n="71" d="100"/>
        </p:scale>
        <p:origin x="2076" y="6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19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bg-BG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7D87C98-C836-4DCD-9292-B24B0D0B6832}" type="datetimeFigureOut">
              <a:rPr lang="bg-BG" smtClean="0"/>
              <a:t>7.5.2026 г.</a:t>
            </a:fld>
            <a:endParaRPr lang="bg-BG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bg-BG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bg-BG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bg-BG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96C144B-D339-4822-8841-68B5F0331A66}" type="slidenum">
              <a:rPr lang="bg-BG" smtClean="0"/>
              <a:t>‹#›</a:t>
            </a:fld>
            <a:endParaRPr lang="bg-BG"/>
          </a:p>
        </p:txBody>
      </p:sp>
    </p:spTree>
    <p:extLst>
      <p:ext uri="{BB962C8B-B14F-4D97-AF65-F5344CB8AC3E}">
        <p14:creationId xmlns:p14="http://schemas.microsoft.com/office/powerpoint/2010/main" val="81195243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bg-BG" sz="6000" dirty="0" smtClean="0"/>
              <a:t>Уважаема г-жа Директор,</a:t>
            </a:r>
            <a:r>
              <a:rPr lang="bg-BG" sz="6000" baseline="0" dirty="0" smtClean="0"/>
              <a:t> Уважаема комисия. Аз съм Йордан Минков. </a:t>
            </a:r>
          </a:p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bg-BG" sz="6000" baseline="0" dirty="0" smtClean="0"/>
              <a:t>Темата на моя дипломен проект е „</a:t>
            </a:r>
            <a:r>
              <a:rPr lang="bg-BG" sz="60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Дистанционно управлявана „Робо‑платформа“ през Уеб“.</a:t>
            </a:r>
          </a:p>
          <a:p>
            <a:endParaRPr lang="bg-BG" sz="400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896C144B-D339-4822-8841-68B5F0331A66}" type="slidenum">
              <a:rPr lang="bg-BG" smtClean="0"/>
              <a:t>1</a:t>
            </a:fld>
            <a:endParaRPr lang="bg-BG"/>
          </a:p>
        </p:txBody>
      </p:sp>
    </p:spTree>
    <p:extLst>
      <p:ext uri="{BB962C8B-B14F-4D97-AF65-F5344CB8AC3E}">
        <p14:creationId xmlns:p14="http://schemas.microsoft.com/office/powerpoint/2010/main" val="635122293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bg-BG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Основната цел е създаването на мобилен робот, </a:t>
            </a:r>
          </a:p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bg-BG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който се управлява дистанционно чрез уеб интерфейс от смартфон или компютър. </a:t>
            </a:r>
          </a:p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bg-BG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Проектът цели да направи управлението на роботизирани системи </a:t>
            </a:r>
          </a:p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bg-BG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по-достъпно чрез използването на стандартни потребителски устройства.</a:t>
            </a:r>
          </a:p>
          <a:p>
            <a:endParaRPr lang="bg-BG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896C144B-D339-4822-8841-68B5F0331A66}" type="slidenum">
              <a:rPr lang="bg-BG" smtClean="0"/>
              <a:t>2</a:t>
            </a:fld>
            <a:endParaRPr lang="bg-BG"/>
          </a:p>
        </p:txBody>
      </p:sp>
    </p:spTree>
    <p:extLst>
      <p:ext uri="{BB962C8B-B14F-4D97-AF65-F5344CB8AC3E}">
        <p14:creationId xmlns:p14="http://schemas.microsoft.com/office/powerpoint/2010/main" val="276978578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bg-BG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Задачите включват проектиране на стабилно шаси, </a:t>
            </a:r>
          </a:p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bg-BG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изграждане на надеждна енергийна система и програмиране на микроконтролерно управление.</a:t>
            </a:r>
          </a:p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bg-BG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Паралелно с това се разработва сървърна част за безжична комуникация и визуализация.</a:t>
            </a:r>
          </a:p>
          <a:p>
            <a:endParaRPr lang="bg-BG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896C144B-D339-4822-8841-68B5F0331A66}" type="slidenum">
              <a:rPr lang="bg-BG" smtClean="0"/>
              <a:t>3</a:t>
            </a:fld>
            <a:endParaRPr lang="bg-BG"/>
          </a:p>
        </p:txBody>
      </p:sp>
    </p:spTree>
    <p:extLst>
      <p:ext uri="{BB962C8B-B14F-4D97-AF65-F5344CB8AC3E}">
        <p14:creationId xmlns:p14="http://schemas.microsoft.com/office/powerpoint/2010/main" val="1596676953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bg-BG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Платформата е изградена върху стабилно шаси, задвижвано от четири независими DC двигателя. </a:t>
            </a:r>
          </a:p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bg-BG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Тази конфигурация осигурява висока маневреност и проходимост на мобилния робот в затворени пространства.</a:t>
            </a:r>
          </a:p>
          <a:p>
            <a:endParaRPr lang="bg-BG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896C144B-D339-4822-8841-68B5F0331A66}" type="slidenum">
              <a:rPr lang="bg-BG" smtClean="0"/>
              <a:t>4</a:t>
            </a:fld>
            <a:endParaRPr lang="bg-BG"/>
          </a:p>
        </p:txBody>
      </p:sp>
    </p:spTree>
    <p:extLst>
      <p:ext uri="{BB962C8B-B14F-4D97-AF65-F5344CB8AC3E}">
        <p14:creationId xmlns:p14="http://schemas.microsoft.com/office/powerpoint/2010/main" val="3594859540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bg-BG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Захранването е реализирано чрез висококапацитетни литиево-йонни (Li-ion) батерии, </a:t>
            </a:r>
          </a:p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bg-BG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гарантиращи дълга автономна работа. Системата включва модули за стабилизация на напрежението и защита на компонентите.</a:t>
            </a:r>
          </a:p>
          <a:p>
            <a:endParaRPr lang="bg-BG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896C144B-D339-4822-8841-68B5F0331A66}" type="slidenum">
              <a:rPr lang="bg-BG" smtClean="0"/>
              <a:t>5</a:t>
            </a:fld>
            <a:endParaRPr lang="bg-BG"/>
          </a:p>
        </p:txBody>
      </p:sp>
    </p:spTree>
    <p:extLst>
      <p:ext uri="{BB962C8B-B14F-4D97-AF65-F5344CB8AC3E}">
        <p14:creationId xmlns:p14="http://schemas.microsoft.com/office/powerpoint/2010/main" val="1563272609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bg-BG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„Сърцето“ на хардуерната част е микроконтролер Arduino, </a:t>
            </a:r>
          </a:p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bg-BG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който получава командите и управлява посоката и скоростта на двигателите. </a:t>
            </a:r>
          </a:p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bg-BG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Програмирането му е оптимизирано за бърза обработка на сигналите в реално време.</a:t>
            </a:r>
          </a:p>
          <a:p>
            <a:endParaRPr lang="bg-BG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896C144B-D339-4822-8841-68B5F0331A66}" type="slidenum">
              <a:rPr lang="bg-BG" smtClean="0"/>
              <a:t>6</a:t>
            </a:fld>
            <a:endParaRPr lang="bg-BG"/>
          </a:p>
        </p:txBody>
      </p:sp>
    </p:spTree>
    <p:extLst>
      <p:ext uri="{BB962C8B-B14F-4D97-AF65-F5344CB8AC3E}">
        <p14:creationId xmlns:p14="http://schemas.microsoft.com/office/powerpoint/2010/main" val="4268302193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bg-BG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Връзката между управляващото устройство и робота се осъществява чрез Bluetooth технология. </a:t>
            </a:r>
          </a:p>
          <a:p>
            <a:r>
              <a:rPr lang="bg-BG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Това осигурява стабилен безжичен канал за предаване на данни без нужда от сложна мрежова инфраструктура</a:t>
            </a:r>
            <a:endParaRPr lang="bg-BG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896C144B-D339-4822-8841-68B5F0331A66}" type="slidenum">
              <a:rPr lang="bg-BG" smtClean="0"/>
              <a:t>7</a:t>
            </a:fld>
            <a:endParaRPr lang="bg-BG"/>
          </a:p>
        </p:txBody>
      </p:sp>
    </p:spTree>
    <p:extLst>
      <p:ext uri="{BB962C8B-B14F-4D97-AF65-F5344CB8AC3E}">
        <p14:creationId xmlns:p14="http://schemas.microsoft.com/office/powerpoint/2010/main" val="1973510064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bg-BG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Разработено е мощно сървърно приложение, използващо софтуерната рамка Django.</a:t>
            </a:r>
          </a:p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bg-BG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То служи като мост между потребителския уеб браузър и Bluetooth комуникацията към робота.</a:t>
            </a:r>
          </a:p>
          <a:p>
            <a:endParaRPr lang="bg-BG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896C144B-D339-4822-8841-68B5F0331A66}" type="slidenum">
              <a:rPr lang="bg-BG" smtClean="0"/>
              <a:t>8</a:t>
            </a:fld>
            <a:endParaRPr lang="bg-BG"/>
          </a:p>
        </p:txBody>
      </p:sp>
    </p:spTree>
    <p:extLst>
      <p:ext uri="{BB962C8B-B14F-4D97-AF65-F5344CB8AC3E}">
        <p14:creationId xmlns:p14="http://schemas.microsoft.com/office/powerpoint/2010/main" val="316771434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bg-BG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Създаден е интуитивен графичен интерфейс, достъпен през всеки съвременен уеб браузър.</a:t>
            </a:r>
          </a:p>
          <a:p>
            <a:r>
              <a:rPr lang="bg-BG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Потребителят може да контролира движението на платформата чрез виртуални бутони в реално време.</a:t>
            </a:r>
            <a:endParaRPr lang="bg-BG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896C144B-D339-4822-8841-68B5F0331A66}" type="slidenum">
              <a:rPr lang="bg-BG" smtClean="0"/>
              <a:t>9</a:t>
            </a:fld>
            <a:endParaRPr lang="bg-BG"/>
          </a:p>
        </p:txBody>
      </p:sp>
    </p:spTree>
    <p:extLst>
      <p:ext uri="{BB962C8B-B14F-4D97-AF65-F5344CB8AC3E}">
        <p14:creationId xmlns:p14="http://schemas.microsoft.com/office/powerpoint/2010/main" val="230671768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bg-BG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Системата работи чрез приемане на HTTP заявки от браузъра,</a:t>
            </a:r>
          </a:p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bg-BG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които сървърът преобразува в команди и изпраща към Bluetooth модула на робота.</a:t>
            </a:r>
          </a:p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bg-BG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Arduino интерпретира тези команди и активира съответните задвижващи механизми.</a:t>
            </a:r>
          </a:p>
          <a:p>
            <a:endParaRPr lang="bg-BG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896C144B-D339-4822-8841-68B5F0331A66}" type="slidenum">
              <a:rPr lang="bg-BG" smtClean="0"/>
              <a:t>10</a:t>
            </a:fld>
            <a:endParaRPr lang="bg-BG"/>
          </a:p>
        </p:txBody>
      </p:sp>
    </p:spTree>
    <p:extLst>
      <p:ext uri="{BB962C8B-B14F-4D97-AF65-F5344CB8AC3E}">
        <p14:creationId xmlns:p14="http://schemas.microsoft.com/office/powerpoint/2010/main" val="84502641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bg-BG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Проведените тестове потвърждават високата надеждност на системата и ниското времезакъснение при изпълнение на командите.</a:t>
            </a:r>
          </a:p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bg-BG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Оценени са стабилността на връзката и издръжливостта на захранващия блок при натоварване.</a:t>
            </a:r>
          </a:p>
          <a:p>
            <a:endParaRPr lang="bg-BG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896C144B-D339-4822-8841-68B5F0331A66}" type="slidenum">
              <a:rPr lang="bg-BG" smtClean="0"/>
              <a:t>11</a:t>
            </a:fld>
            <a:endParaRPr lang="bg-BG"/>
          </a:p>
        </p:txBody>
      </p:sp>
    </p:spTree>
    <p:extLst>
      <p:ext uri="{BB962C8B-B14F-4D97-AF65-F5344CB8AC3E}">
        <p14:creationId xmlns:p14="http://schemas.microsoft.com/office/powerpoint/2010/main" val="635932000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bg-BG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Проектът успешно демонстрира синергията между хардуерно проектиране и уеб технологии за дистанционно управление.</a:t>
            </a:r>
          </a:p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bg-BG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Постигнатите резултати полагат основа за бъдещи подобрения като добавяне на сензори и видео стрийминг.</a:t>
            </a:r>
          </a:p>
          <a:p>
            <a:endParaRPr lang="bg-BG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896C144B-D339-4822-8841-68B5F0331A66}" type="slidenum">
              <a:rPr lang="bg-BG" smtClean="0"/>
              <a:t>12</a:t>
            </a:fld>
            <a:endParaRPr lang="bg-BG"/>
          </a:p>
        </p:txBody>
      </p:sp>
    </p:spTree>
    <p:extLst>
      <p:ext uri="{BB962C8B-B14F-4D97-AF65-F5344CB8AC3E}">
        <p14:creationId xmlns:p14="http://schemas.microsoft.com/office/powerpoint/2010/main" val="1063407422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200" b="1" i="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Разработената платформа е пример за това как бъдещето на управлението и автоматизацията все повече се свързва с уеб технологиите.</a:t>
            </a:r>
          </a:p>
          <a:p>
            <a:r>
              <a:rPr lang="ru-RU" sz="1200" b="1" i="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Благодаря ви за вниманието и ще се радвам да обсъдим въпроси по проекта.“</a:t>
            </a:r>
            <a:endParaRPr lang="bg-BG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896C144B-D339-4822-8841-68B5F0331A66}" type="slidenum">
              <a:rPr lang="bg-BG" smtClean="0"/>
              <a:t>13</a:t>
            </a:fld>
            <a:endParaRPr lang="bg-BG"/>
          </a:p>
        </p:txBody>
      </p:sp>
    </p:spTree>
    <p:extLst>
      <p:ext uri="{BB962C8B-B14F-4D97-AF65-F5344CB8AC3E}">
        <p14:creationId xmlns:p14="http://schemas.microsoft.com/office/powerpoint/2010/main" val="3464364274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6" name="Picture 2" descr="\\DROBO-FS\QuickDrops\JB\PPTX NG\Droplets\LightingOverlay.png"/>
          <p:cNvPicPr>
            <a:picLocks noChangeAspect="1" noChangeArrowheads="1"/>
          </p:cNvPicPr>
          <p:nvPr/>
        </p:nvPicPr>
        <p:blipFill>
          <a:blip r:embed="rId2">
            <a:alphaModFix amt="30000"/>
            <a:duotone>
              <a:prstClr val="black"/>
              <a:schemeClr val="tx2">
                <a:tint val="45000"/>
                <a:satMod val="400000"/>
              </a:schemeClr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-1"/>
            <a:ext cx="12192003" cy="6858001"/>
          </a:xfrm>
          <a:prstGeom prst="rect">
            <a:avLst/>
          </a:prstGeom>
          <a:noFill/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11" name="Group 10"/>
          <p:cNvGrpSpPr/>
          <p:nvPr/>
        </p:nvGrpSpPr>
        <p:grpSpPr>
          <a:xfrm>
            <a:off x="0" y="0"/>
            <a:ext cx="2305051" cy="6858001"/>
            <a:chOff x="0" y="0"/>
            <a:chExt cx="2305051" cy="6858001"/>
          </a:xfrm>
          <a:gradFill flip="none" rotWithShape="1">
            <a:gsLst>
              <a:gs pos="0">
                <a:schemeClr val="tx2"/>
              </a:gs>
              <a:gs pos="100000">
                <a:schemeClr val="tx2">
                  <a:lumMod val="50000"/>
                </a:schemeClr>
              </a:gs>
            </a:gsLst>
            <a:lin ang="5400000" scaled="0"/>
            <a:tileRect/>
          </a:gradFill>
        </p:grpSpPr>
        <p:sp>
          <p:nvSpPr>
            <p:cNvPr id="12" name="Rectangle 5"/>
            <p:cNvSpPr>
              <a:spLocks noChangeArrowheads="1"/>
            </p:cNvSpPr>
            <p:nvPr/>
          </p:nvSpPr>
          <p:spPr bwMode="auto">
            <a:xfrm>
              <a:off x="1209675" y="4763"/>
              <a:ext cx="23813" cy="2181225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sp>
        <p:sp>
          <p:nvSpPr>
            <p:cNvPr id="13" name="Freeform 6"/>
            <p:cNvSpPr>
              <a:spLocks noEditPoints="1"/>
            </p:cNvSpPr>
            <p:nvPr/>
          </p:nvSpPr>
          <p:spPr bwMode="auto">
            <a:xfrm>
              <a:off x="1128713" y="217646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4" name="Freeform 7"/>
            <p:cNvSpPr>
              <a:spLocks noEditPoints="1"/>
            </p:cNvSpPr>
            <p:nvPr/>
          </p:nvSpPr>
          <p:spPr bwMode="auto">
            <a:xfrm>
              <a:off x="1123950" y="4021138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5" name="Rectangle 8"/>
            <p:cNvSpPr>
              <a:spLocks noChangeArrowheads="1"/>
            </p:cNvSpPr>
            <p:nvPr/>
          </p:nvSpPr>
          <p:spPr bwMode="auto">
            <a:xfrm>
              <a:off x="414338" y="9525"/>
              <a:ext cx="28575" cy="4481513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sp>
        <p:sp>
          <p:nvSpPr>
            <p:cNvPr id="16" name="Freeform 9"/>
            <p:cNvSpPr>
              <a:spLocks noEditPoints="1"/>
            </p:cNvSpPr>
            <p:nvPr/>
          </p:nvSpPr>
          <p:spPr bwMode="auto">
            <a:xfrm>
              <a:off x="333375" y="44815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7" name="Freeform 10"/>
            <p:cNvSpPr/>
            <p:nvPr/>
          </p:nvSpPr>
          <p:spPr bwMode="auto">
            <a:xfrm>
              <a:off x="190500" y="9525"/>
              <a:ext cx="152400" cy="908050"/>
            </a:xfrm>
            <a:custGeom>
              <a:avLst/>
              <a:gdLst/>
              <a:ahLst/>
              <a:cxnLst/>
              <a:rect l="0" t="0" r="r" b="b"/>
              <a:pathLst>
                <a:path w="96" h="572">
                  <a:moveTo>
                    <a:pt x="15" y="572"/>
                  </a:moveTo>
                  <a:lnTo>
                    <a:pt x="0" y="566"/>
                  </a:lnTo>
                  <a:lnTo>
                    <a:pt x="81" y="380"/>
                  </a:lnTo>
                  <a:lnTo>
                    <a:pt x="81" y="0"/>
                  </a:lnTo>
                  <a:lnTo>
                    <a:pt x="96" y="0"/>
                  </a:lnTo>
                  <a:lnTo>
                    <a:pt x="96" y="383"/>
                  </a:lnTo>
                  <a:lnTo>
                    <a:pt x="15" y="57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8" name="Freeform 11"/>
            <p:cNvSpPr/>
            <p:nvPr/>
          </p:nvSpPr>
          <p:spPr bwMode="auto">
            <a:xfrm>
              <a:off x="1290638" y="14288"/>
              <a:ext cx="376238" cy="1801813"/>
            </a:xfrm>
            <a:custGeom>
              <a:avLst/>
              <a:gdLst/>
              <a:ahLst/>
              <a:cxnLst/>
              <a:rect l="0" t="0" r="r" b="b"/>
              <a:pathLst>
                <a:path w="237" h="1135">
                  <a:moveTo>
                    <a:pt x="222" y="1135"/>
                  </a:moveTo>
                  <a:lnTo>
                    <a:pt x="0" y="620"/>
                  </a:lnTo>
                  <a:lnTo>
                    <a:pt x="0" y="0"/>
                  </a:lnTo>
                  <a:lnTo>
                    <a:pt x="18" y="0"/>
                  </a:lnTo>
                  <a:lnTo>
                    <a:pt x="18" y="617"/>
                  </a:lnTo>
                  <a:lnTo>
                    <a:pt x="237" y="1129"/>
                  </a:lnTo>
                  <a:lnTo>
                    <a:pt x="222" y="113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9" name="Freeform 12"/>
            <p:cNvSpPr>
              <a:spLocks noEditPoints="1"/>
            </p:cNvSpPr>
            <p:nvPr/>
          </p:nvSpPr>
          <p:spPr bwMode="auto">
            <a:xfrm>
              <a:off x="1600200" y="1801813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0" name="Freeform 13"/>
            <p:cNvSpPr/>
            <p:nvPr/>
          </p:nvSpPr>
          <p:spPr bwMode="auto">
            <a:xfrm>
              <a:off x="1381125" y="9525"/>
              <a:ext cx="371475" cy="1425575"/>
            </a:xfrm>
            <a:custGeom>
              <a:avLst/>
              <a:gdLst/>
              <a:ahLst/>
              <a:cxnLst/>
              <a:rect l="0" t="0" r="r" b="b"/>
              <a:pathLst>
                <a:path w="234" h="898">
                  <a:moveTo>
                    <a:pt x="219" y="898"/>
                  </a:moveTo>
                  <a:lnTo>
                    <a:pt x="0" y="383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380"/>
                  </a:lnTo>
                  <a:lnTo>
                    <a:pt x="234" y="892"/>
                  </a:lnTo>
                  <a:lnTo>
                    <a:pt x="219" y="89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1" name="Freeform 14"/>
            <p:cNvSpPr/>
            <p:nvPr/>
          </p:nvSpPr>
          <p:spPr bwMode="auto">
            <a:xfrm>
              <a:off x="1643063" y="0"/>
              <a:ext cx="152400" cy="912813"/>
            </a:xfrm>
            <a:custGeom>
              <a:avLst/>
              <a:gdLst/>
              <a:ahLst/>
              <a:cxnLst/>
              <a:rect l="0" t="0" r="r" b="b"/>
              <a:pathLst>
                <a:path w="96" h="575">
                  <a:moveTo>
                    <a:pt x="96" y="575"/>
                  </a:moveTo>
                  <a:lnTo>
                    <a:pt x="78" y="575"/>
                  </a:lnTo>
                  <a:lnTo>
                    <a:pt x="78" y="192"/>
                  </a:lnTo>
                  <a:lnTo>
                    <a:pt x="0" y="6"/>
                  </a:lnTo>
                  <a:lnTo>
                    <a:pt x="15" y="0"/>
                  </a:lnTo>
                  <a:lnTo>
                    <a:pt x="96" y="189"/>
                  </a:lnTo>
                  <a:lnTo>
                    <a:pt x="96" y="57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2" name="Freeform 15"/>
            <p:cNvSpPr>
              <a:spLocks noEditPoints="1"/>
            </p:cNvSpPr>
            <p:nvPr/>
          </p:nvSpPr>
          <p:spPr bwMode="auto">
            <a:xfrm>
              <a:off x="1685925" y="14208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3" name="Freeform 16"/>
            <p:cNvSpPr>
              <a:spLocks noEditPoints="1"/>
            </p:cNvSpPr>
            <p:nvPr/>
          </p:nvSpPr>
          <p:spPr bwMode="auto">
            <a:xfrm>
              <a:off x="1685925" y="9032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4" name="Freeform 17"/>
            <p:cNvSpPr/>
            <p:nvPr/>
          </p:nvSpPr>
          <p:spPr bwMode="auto">
            <a:xfrm>
              <a:off x="1743075" y="4763"/>
              <a:ext cx="419100" cy="522288"/>
            </a:xfrm>
            <a:custGeom>
              <a:avLst/>
              <a:gdLst/>
              <a:ahLst/>
              <a:cxnLst/>
              <a:rect l="0" t="0" r="r" b="b"/>
              <a:pathLst>
                <a:path w="264" h="329">
                  <a:moveTo>
                    <a:pt x="252" y="329"/>
                  </a:moveTo>
                  <a:lnTo>
                    <a:pt x="45" y="120"/>
                  </a:lnTo>
                  <a:lnTo>
                    <a:pt x="0" y="6"/>
                  </a:lnTo>
                  <a:lnTo>
                    <a:pt x="15" y="0"/>
                  </a:lnTo>
                  <a:lnTo>
                    <a:pt x="60" y="111"/>
                  </a:lnTo>
                  <a:lnTo>
                    <a:pt x="264" y="317"/>
                  </a:lnTo>
                  <a:lnTo>
                    <a:pt x="252" y="329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5" name="Freeform 18"/>
            <p:cNvSpPr>
              <a:spLocks noEditPoints="1"/>
            </p:cNvSpPr>
            <p:nvPr/>
          </p:nvSpPr>
          <p:spPr bwMode="auto">
            <a:xfrm>
              <a:off x="2119313" y="488950"/>
              <a:ext cx="161925" cy="147638"/>
            </a:xfrm>
            <a:custGeom>
              <a:avLst/>
              <a:gdLst/>
              <a:ahLst/>
              <a:cxnLst/>
              <a:rect l="0" t="0" r="r" b="b"/>
              <a:pathLst>
                <a:path w="34" h="31">
                  <a:moveTo>
                    <a:pt x="17" y="31"/>
                  </a:moveTo>
                  <a:cubicBezTo>
                    <a:pt x="13" y="31"/>
                    <a:pt x="9" y="30"/>
                    <a:pt x="6" y="27"/>
                  </a:cubicBezTo>
                  <a:cubicBezTo>
                    <a:pt x="0" y="20"/>
                    <a:pt x="0" y="10"/>
                    <a:pt x="6" y="4"/>
                  </a:cubicBezTo>
                  <a:cubicBezTo>
                    <a:pt x="9" y="1"/>
                    <a:pt x="13" y="0"/>
                    <a:pt x="17" y="0"/>
                  </a:cubicBezTo>
                  <a:cubicBezTo>
                    <a:pt x="21" y="0"/>
                    <a:pt x="25" y="1"/>
                    <a:pt x="28" y="4"/>
                  </a:cubicBezTo>
                  <a:cubicBezTo>
                    <a:pt x="34" y="10"/>
                    <a:pt x="34" y="20"/>
                    <a:pt x="28" y="27"/>
                  </a:cubicBezTo>
                  <a:cubicBezTo>
                    <a:pt x="25" y="30"/>
                    <a:pt x="21" y="31"/>
                    <a:pt x="17" y="31"/>
                  </a:cubicBezTo>
                  <a:close/>
                  <a:moveTo>
                    <a:pt x="17" y="4"/>
                  </a:moveTo>
                  <a:cubicBezTo>
                    <a:pt x="14" y="4"/>
                    <a:pt x="11" y="5"/>
                    <a:pt x="9" y="7"/>
                  </a:cubicBezTo>
                  <a:cubicBezTo>
                    <a:pt x="4" y="12"/>
                    <a:pt x="4" y="19"/>
                    <a:pt x="9" y="24"/>
                  </a:cubicBezTo>
                  <a:cubicBezTo>
                    <a:pt x="11" y="26"/>
                    <a:pt x="14" y="27"/>
                    <a:pt x="17" y="27"/>
                  </a:cubicBezTo>
                  <a:cubicBezTo>
                    <a:pt x="20" y="27"/>
                    <a:pt x="23" y="26"/>
                    <a:pt x="25" y="24"/>
                  </a:cubicBezTo>
                  <a:cubicBezTo>
                    <a:pt x="30" y="19"/>
                    <a:pt x="30" y="12"/>
                    <a:pt x="25" y="7"/>
                  </a:cubicBezTo>
                  <a:cubicBezTo>
                    <a:pt x="23" y="5"/>
                    <a:pt x="20" y="4"/>
                    <a:pt x="17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6" name="Freeform 19"/>
            <p:cNvSpPr/>
            <p:nvPr/>
          </p:nvSpPr>
          <p:spPr bwMode="auto">
            <a:xfrm>
              <a:off x="952500" y="4763"/>
              <a:ext cx="152400" cy="908050"/>
            </a:xfrm>
            <a:custGeom>
              <a:avLst/>
              <a:gdLst/>
              <a:ahLst/>
              <a:cxnLst/>
              <a:rect l="0" t="0" r="r" b="b"/>
              <a:pathLst>
                <a:path w="96" h="572">
                  <a:moveTo>
                    <a:pt x="15" y="572"/>
                  </a:moveTo>
                  <a:lnTo>
                    <a:pt x="0" y="572"/>
                  </a:lnTo>
                  <a:lnTo>
                    <a:pt x="0" y="189"/>
                  </a:lnTo>
                  <a:lnTo>
                    <a:pt x="81" y="0"/>
                  </a:lnTo>
                  <a:lnTo>
                    <a:pt x="96" y="6"/>
                  </a:lnTo>
                  <a:lnTo>
                    <a:pt x="15" y="192"/>
                  </a:lnTo>
                  <a:lnTo>
                    <a:pt x="15" y="57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7" name="Freeform 20"/>
            <p:cNvSpPr>
              <a:spLocks noEditPoints="1"/>
            </p:cNvSpPr>
            <p:nvPr/>
          </p:nvSpPr>
          <p:spPr bwMode="auto">
            <a:xfrm>
              <a:off x="866775" y="9032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2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2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8" name="Freeform 21"/>
            <p:cNvSpPr>
              <a:spLocks noEditPoints="1"/>
            </p:cNvSpPr>
            <p:nvPr/>
          </p:nvSpPr>
          <p:spPr bwMode="auto">
            <a:xfrm>
              <a:off x="890588" y="155416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8"/>
                    <a:pt x="11" y="36"/>
                    <a:pt x="20" y="36"/>
                  </a:cubicBezTo>
                  <a:cubicBezTo>
                    <a:pt x="29" y="36"/>
                    <a:pt x="36" y="28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9" name="Freeform 22"/>
            <p:cNvSpPr/>
            <p:nvPr/>
          </p:nvSpPr>
          <p:spPr bwMode="auto">
            <a:xfrm>
              <a:off x="738188" y="5622925"/>
              <a:ext cx="338138" cy="1216025"/>
            </a:xfrm>
            <a:custGeom>
              <a:avLst/>
              <a:gdLst/>
              <a:ahLst/>
              <a:cxnLst/>
              <a:rect l="0" t="0" r="r" b="b"/>
              <a:pathLst>
                <a:path w="213" h="766">
                  <a:moveTo>
                    <a:pt x="213" y="766"/>
                  </a:moveTo>
                  <a:lnTo>
                    <a:pt x="195" y="766"/>
                  </a:lnTo>
                  <a:lnTo>
                    <a:pt x="195" y="464"/>
                  </a:lnTo>
                  <a:lnTo>
                    <a:pt x="0" y="6"/>
                  </a:lnTo>
                  <a:lnTo>
                    <a:pt x="12" y="0"/>
                  </a:lnTo>
                  <a:lnTo>
                    <a:pt x="213" y="461"/>
                  </a:lnTo>
                  <a:lnTo>
                    <a:pt x="213" y="766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0" name="Freeform 23"/>
            <p:cNvSpPr>
              <a:spLocks noEditPoints="1"/>
            </p:cNvSpPr>
            <p:nvPr/>
          </p:nvSpPr>
          <p:spPr bwMode="auto">
            <a:xfrm>
              <a:off x="647700" y="5480050"/>
              <a:ext cx="157163" cy="157163"/>
            </a:xfrm>
            <a:custGeom>
              <a:avLst/>
              <a:gdLst/>
              <a:ahLst/>
              <a:cxnLst/>
              <a:rect l="0" t="0" r="r" b="b"/>
              <a:pathLst>
                <a:path w="33" h="33">
                  <a:moveTo>
                    <a:pt x="17" y="33"/>
                  </a:moveTo>
                  <a:cubicBezTo>
                    <a:pt x="8" y="33"/>
                    <a:pt x="0" y="26"/>
                    <a:pt x="0" y="17"/>
                  </a:cubicBezTo>
                  <a:cubicBezTo>
                    <a:pt x="0" y="8"/>
                    <a:pt x="8" y="0"/>
                    <a:pt x="17" y="0"/>
                  </a:cubicBezTo>
                  <a:cubicBezTo>
                    <a:pt x="26" y="0"/>
                    <a:pt x="33" y="8"/>
                    <a:pt x="33" y="17"/>
                  </a:cubicBezTo>
                  <a:cubicBezTo>
                    <a:pt x="33" y="26"/>
                    <a:pt x="26" y="33"/>
                    <a:pt x="17" y="33"/>
                  </a:cubicBezTo>
                  <a:close/>
                  <a:moveTo>
                    <a:pt x="17" y="4"/>
                  </a:moveTo>
                  <a:cubicBezTo>
                    <a:pt x="10" y="4"/>
                    <a:pt x="4" y="10"/>
                    <a:pt x="4" y="17"/>
                  </a:cubicBezTo>
                  <a:cubicBezTo>
                    <a:pt x="4" y="24"/>
                    <a:pt x="10" y="29"/>
                    <a:pt x="17" y="29"/>
                  </a:cubicBezTo>
                  <a:cubicBezTo>
                    <a:pt x="23" y="29"/>
                    <a:pt x="29" y="24"/>
                    <a:pt x="29" y="17"/>
                  </a:cubicBezTo>
                  <a:cubicBezTo>
                    <a:pt x="29" y="10"/>
                    <a:pt x="23" y="4"/>
                    <a:pt x="17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1" name="Freeform 24"/>
            <p:cNvSpPr>
              <a:spLocks noEditPoints="1"/>
            </p:cNvSpPr>
            <p:nvPr/>
          </p:nvSpPr>
          <p:spPr bwMode="auto">
            <a:xfrm>
              <a:off x="66675" y="9032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2" y="0"/>
                    <a:pt x="40" y="9"/>
                    <a:pt x="40" y="20"/>
                  </a:cubicBezTo>
                  <a:cubicBezTo>
                    <a:pt x="40" y="31"/>
                    <a:pt x="32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2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2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2" name="Freeform 25"/>
            <p:cNvSpPr/>
            <p:nvPr/>
          </p:nvSpPr>
          <p:spPr bwMode="auto">
            <a:xfrm>
              <a:off x="0" y="3897313"/>
              <a:ext cx="133350" cy="266700"/>
            </a:xfrm>
            <a:custGeom>
              <a:avLst/>
              <a:gdLst/>
              <a:ahLst/>
              <a:cxnLst/>
              <a:rect l="0" t="0" r="r" b="b"/>
              <a:pathLst>
                <a:path w="84" h="168">
                  <a:moveTo>
                    <a:pt x="69" y="168"/>
                  </a:moveTo>
                  <a:lnTo>
                    <a:pt x="0" y="6"/>
                  </a:lnTo>
                  <a:lnTo>
                    <a:pt x="12" y="0"/>
                  </a:lnTo>
                  <a:lnTo>
                    <a:pt x="84" y="162"/>
                  </a:lnTo>
                  <a:lnTo>
                    <a:pt x="69" y="16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3" name="Freeform 26"/>
            <p:cNvSpPr>
              <a:spLocks noEditPoints="1"/>
            </p:cNvSpPr>
            <p:nvPr/>
          </p:nvSpPr>
          <p:spPr bwMode="auto">
            <a:xfrm>
              <a:off x="66675" y="4149725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8"/>
                    <a:pt x="11" y="36"/>
                    <a:pt x="20" y="36"/>
                  </a:cubicBezTo>
                  <a:cubicBezTo>
                    <a:pt x="29" y="36"/>
                    <a:pt x="36" y="28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4" name="Freeform 27"/>
            <p:cNvSpPr/>
            <p:nvPr/>
          </p:nvSpPr>
          <p:spPr bwMode="auto">
            <a:xfrm>
              <a:off x="0" y="1644650"/>
              <a:ext cx="133350" cy="269875"/>
            </a:xfrm>
            <a:custGeom>
              <a:avLst/>
              <a:gdLst/>
              <a:ahLst/>
              <a:cxnLst/>
              <a:rect l="0" t="0" r="r" b="b"/>
              <a:pathLst>
                <a:path w="84" h="170">
                  <a:moveTo>
                    <a:pt x="12" y="170"/>
                  </a:moveTo>
                  <a:lnTo>
                    <a:pt x="0" y="164"/>
                  </a:lnTo>
                  <a:lnTo>
                    <a:pt x="69" y="0"/>
                  </a:lnTo>
                  <a:lnTo>
                    <a:pt x="84" y="6"/>
                  </a:lnTo>
                  <a:lnTo>
                    <a:pt x="12" y="17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5" name="Freeform 28"/>
            <p:cNvSpPr>
              <a:spLocks noEditPoints="1"/>
            </p:cNvSpPr>
            <p:nvPr/>
          </p:nvSpPr>
          <p:spPr bwMode="auto">
            <a:xfrm>
              <a:off x="66675" y="146843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8"/>
                    <a:pt x="11" y="36"/>
                    <a:pt x="20" y="36"/>
                  </a:cubicBezTo>
                  <a:cubicBezTo>
                    <a:pt x="29" y="36"/>
                    <a:pt x="36" y="28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6" name="Freeform 29"/>
            <p:cNvSpPr/>
            <p:nvPr/>
          </p:nvSpPr>
          <p:spPr bwMode="auto">
            <a:xfrm>
              <a:off x="695325" y="4763"/>
              <a:ext cx="309563" cy="1558925"/>
            </a:xfrm>
            <a:custGeom>
              <a:avLst/>
              <a:gdLst/>
              <a:ahLst/>
              <a:cxnLst/>
              <a:rect l="0" t="0" r="r" b="b"/>
              <a:pathLst>
                <a:path w="195" h="982">
                  <a:moveTo>
                    <a:pt x="195" y="982"/>
                  </a:moveTo>
                  <a:lnTo>
                    <a:pt x="177" y="982"/>
                  </a:lnTo>
                  <a:lnTo>
                    <a:pt x="177" y="805"/>
                  </a:lnTo>
                  <a:lnTo>
                    <a:pt x="0" y="629"/>
                  </a:lnTo>
                  <a:lnTo>
                    <a:pt x="0" y="0"/>
                  </a:lnTo>
                  <a:lnTo>
                    <a:pt x="18" y="0"/>
                  </a:lnTo>
                  <a:lnTo>
                    <a:pt x="18" y="623"/>
                  </a:lnTo>
                  <a:lnTo>
                    <a:pt x="195" y="796"/>
                  </a:lnTo>
                  <a:lnTo>
                    <a:pt x="195" y="98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7" name="Freeform 30"/>
            <p:cNvSpPr>
              <a:spLocks noEditPoints="1"/>
            </p:cNvSpPr>
            <p:nvPr/>
          </p:nvSpPr>
          <p:spPr bwMode="auto">
            <a:xfrm>
              <a:off x="57150" y="4881563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8" name="Freeform 31"/>
            <p:cNvSpPr/>
            <p:nvPr/>
          </p:nvSpPr>
          <p:spPr bwMode="auto">
            <a:xfrm>
              <a:off x="138113" y="5060950"/>
              <a:ext cx="304800" cy="1778000"/>
            </a:xfrm>
            <a:custGeom>
              <a:avLst/>
              <a:gdLst/>
              <a:ahLst/>
              <a:cxnLst/>
              <a:rect l="0" t="0" r="r" b="b"/>
              <a:pathLst>
                <a:path w="192" h="1120">
                  <a:moveTo>
                    <a:pt x="192" y="1120"/>
                  </a:moveTo>
                  <a:lnTo>
                    <a:pt x="177" y="1120"/>
                  </a:lnTo>
                  <a:lnTo>
                    <a:pt x="177" y="360"/>
                  </a:lnTo>
                  <a:lnTo>
                    <a:pt x="0" y="183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177"/>
                  </a:lnTo>
                  <a:lnTo>
                    <a:pt x="192" y="354"/>
                  </a:lnTo>
                  <a:lnTo>
                    <a:pt x="192" y="112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9" name="Freeform 32"/>
            <p:cNvSpPr>
              <a:spLocks noEditPoints="1"/>
            </p:cNvSpPr>
            <p:nvPr/>
          </p:nvSpPr>
          <p:spPr bwMode="auto">
            <a:xfrm>
              <a:off x="561975" y="6430963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0" name="Rectangle 33"/>
            <p:cNvSpPr>
              <a:spLocks noChangeArrowheads="1"/>
            </p:cNvSpPr>
            <p:nvPr/>
          </p:nvSpPr>
          <p:spPr bwMode="auto">
            <a:xfrm>
              <a:off x="642938" y="6610350"/>
              <a:ext cx="23813" cy="242888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sp>
        <p:sp>
          <p:nvSpPr>
            <p:cNvPr id="41" name="Freeform 34"/>
            <p:cNvSpPr>
              <a:spLocks noEditPoints="1"/>
            </p:cNvSpPr>
            <p:nvPr/>
          </p:nvSpPr>
          <p:spPr bwMode="auto">
            <a:xfrm>
              <a:off x="76200" y="6430963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2" y="0"/>
                    <a:pt x="40" y="9"/>
                    <a:pt x="40" y="20"/>
                  </a:cubicBezTo>
                  <a:cubicBezTo>
                    <a:pt x="40" y="31"/>
                    <a:pt x="32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2" name="Freeform 35"/>
            <p:cNvSpPr/>
            <p:nvPr/>
          </p:nvSpPr>
          <p:spPr bwMode="auto">
            <a:xfrm>
              <a:off x="0" y="5978525"/>
              <a:ext cx="190500" cy="461963"/>
            </a:xfrm>
            <a:custGeom>
              <a:avLst/>
              <a:gdLst/>
              <a:ahLst/>
              <a:cxnLst/>
              <a:rect l="0" t="0" r="r" b="b"/>
              <a:pathLst>
                <a:path w="120" h="291">
                  <a:moveTo>
                    <a:pt x="120" y="291"/>
                  </a:moveTo>
                  <a:lnTo>
                    <a:pt x="105" y="291"/>
                  </a:lnTo>
                  <a:lnTo>
                    <a:pt x="105" y="114"/>
                  </a:lnTo>
                  <a:lnTo>
                    <a:pt x="0" y="9"/>
                  </a:lnTo>
                  <a:lnTo>
                    <a:pt x="12" y="0"/>
                  </a:lnTo>
                  <a:lnTo>
                    <a:pt x="120" y="108"/>
                  </a:lnTo>
                  <a:lnTo>
                    <a:pt x="120" y="291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3" name="Freeform 36"/>
            <p:cNvSpPr/>
            <p:nvPr/>
          </p:nvSpPr>
          <p:spPr bwMode="auto">
            <a:xfrm>
              <a:off x="1014413" y="1801813"/>
              <a:ext cx="214313" cy="755650"/>
            </a:xfrm>
            <a:custGeom>
              <a:avLst/>
              <a:gdLst/>
              <a:ahLst/>
              <a:cxnLst/>
              <a:rect l="0" t="0" r="r" b="b"/>
              <a:pathLst>
                <a:path w="135" h="476">
                  <a:moveTo>
                    <a:pt x="12" y="476"/>
                  </a:moveTo>
                  <a:lnTo>
                    <a:pt x="0" y="476"/>
                  </a:lnTo>
                  <a:lnTo>
                    <a:pt x="0" y="128"/>
                  </a:lnTo>
                  <a:lnTo>
                    <a:pt x="126" y="0"/>
                  </a:lnTo>
                  <a:lnTo>
                    <a:pt x="135" y="9"/>
                  </a:lnTo>
                  <a:lnTo>
                    <a:pt x="12" y="131"/>
                  </a:lnTo>
                  <a:lnTo>
                    <a:pt x="12" y="476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4" name="Freeform 37"/>
            <p:cNvSpPr>
              <a:spLocks noEditPoints="1"/>
            </p:cNvSpPr>
            <p:nvPr/>
          </p:nvSpPr>
          <p:spPr bwMode="auto">
            <a:xfrm>
              <a:off x="938213" y="2547938"/>
              <a:ext cx="166688" cy="160338"/>
            </a:xfrm>
            <a:custGeom>
              <a:avLst/>
              <a:gdLst/>
              <a:ahLst/>
              <a:cxnLst/>
              <a:rect l="0" t="0" r="r" b="b"/>
              <a:pathLst>
                <a:path w="35" h="34">
                  <a:moveTo>
                    <a:pt x="18" y="34"/>
                  </a:moveTo>
                  <a:cubicBezTo>
                    <a:pt x="8" y="34"/>
                    <a:pt x="0" y="26"/>
                    <a:pt x="0" y="17"/>
                  </a:cubicBezTo>
                  <a:cubicBezTo>
                    <a:pt x="0" y="7"/>
                    <a:pt x="8" y="0"/>
                    <a:pt x="18" y="0"/>
                  </a:cubicBezTo>
                  <a:cubicBezTo>
                    <a:pt x="27" y="0"/>
                    <a:pt x="35" y="7"/>
                    <a:pt x="35" y="17"/>
                  </a:cubicBezTo>
                  <a:cubicBezTo>
                    <a:pt x="35" y="26"/>
                    <a:pt x="27" y="34"/>
                    <a:pt x="18" y="34"/>
                  </a:cubicBezTo>
                  <a:close/>
                  <a:moveTo>
                    <a:pt x="18" y="4"/>
                  </a:moveTo>
                  <a:cubicBezTo>
                    <a:pt x="10" y="4"/>
                    <a:pt x="4" y="10"/>
                    <a:pt x="4" y="17"/>
                  </a:cubicBezTo>
                  <a:cubicBezTo>
                    <a:pt x="4" y="24"/>
                    <a:pt x="10" y="30"/>
                    <a:pt x="18" y="30"/>
                  </a:cubicBezTo>
                  <a:cubicBezTo>
                    <a:pt x="25" y="30"/>
                    <a:pt x="31" y="24"/>
                    <a:pt x="31" y="17"/>
                  </a:cubicBezTo>
                  <a:cubicBezTo>
                    <a:pt x="31" y="10"/>
                    <a:pt x="25" y="4"/>
                    <a:pt x="18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5" name="Freeform 38"/>
            <p:cNvSpPr/>
            <p:nvPr/>
          </p:nvSpPr>
          <p:spPr bwMode="auto">
            <a:xfrm>
              <a:off x="595313" y="4763"/>
              <a:ext cx="638175" cy="4025900"/>
            </a:xfrm>
            <a:custGeom>
              <a:avLst/>
              <a:gdLst/>
              <a:ahLst/>
              <a:cxnLst/>
              <a:rect l="0" t="0" r="r" b="b"/>
              <a:pathLst>
                <a:path w="402" h="2536">
                  <a:moveTo>
                    <a:pt x="402" y="2536"/>
                  </a:moveTo>
                  <a:lnTo>
                    <a:pt x="387" y="2536"/>
                  </a:lnTo>
                  <a:lnTo>
                    <a:pt x="387" y="2311"/>
                  </a:lnTo>
                  <a:lnTo>
                    <a:pt x="0" y="1925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1916"/>
                  </a:lnTo>
                  <a:lnTo>
                    <a:pt x="402" y="2302"/>
                  </a:lnTo>
                  <a:lnTo>
                    <a:pt x="402" y="2536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6" name="Freeform 39"/>
            <p:cNvSpPr/>
            <p:nvPr/>
          </p:nvSpPr>
          <p:spPr bwMode="auto">
            <a:xfrm>
              <a:off x="1223963" y="1382713"/>
              <a:ext cx="142875" cy="476250"/>
            </a:xfrm>
            <a:custGeom>
              <a:avLst/>
              <a:gdLst/>
              <a:ahLst/>
              <a:cxnLst/>
              <a:rect l="0" t="0" r="r" b="b"/>
              <a:pathLst>
                <a:path w="90" h="300">
                  <a:moveTo>
                    <a:pt x="90" y="300"/>
                  </a:moveTo>
                  <a:lnTo>
                    <a:pt x="78" y="300"/>
                  </a:lnTo>
                  <a:lnTo>
                    <a:pt x="78" y="84"/>
                  </a:lnTo>
                  <a:lnTo>
                    <a:pt x="0" y="9"/>
                  </a:lnTo>
                  <a:lnTo>
                    <a:pt x="9" y="0"/>
                  </a:lnTo>
                  <a:lnTo>
                    <a:pt x="90" y="81"/>
                  </a:lnTo>
                  <a:lnTo>
                    <a:pt x="90" y="30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7" name="Freeform 40"/>
            <p:cNvSpPr>
              <a:spLocks noEditPoints="1"/>
            </p:cNvSpPr>
            <p:nvPr/>
          </p:nvSpPr>
          <p:spPr bwMode="auto">
            <a:xfrm>
              <a:off x="1300163" y="1849438"/>
              <a:ext cx="109538" cy="107950"/>
            </a:xfrm>
            <a:custGeom>
              <a:avLst/>
              <a:gdLst/>
              <a:ahLst/>
              <a:cxnLst/>
              <a:rect l="0" t="0" r="r" b="b"/>
              <a:pathLst>
                <a:path w="23" h="23">
                  <a:moveTo>
                    <a:pt x="12" y="23"/>
                  </a:moveTo>
                  <a:cubicBezTo>
                    <a:pt x="5" y="23"/>
                    <a:pt x="0" y="18"/>
                    <a:pt x="0" y="12"/>
                  </a:cubicBezTo>
                  <a:cubicBezTo>
                    <a:pt x="0" y="5"/>
                    <a:pt x="5" y="0"/>
                    <a:pt x="12" y="0"/>
                  </a:cubicBezTo>
                  <a:cubicBezTo>
                    <a:pt x="18" y="0"/>
                    <a:pt x="23" y="5"/>
                    <a:pt x="23" y="12"/>
                  </a:cubicBezTo>
                  <a:cubicBezTo>
                    <a:pt x="23" y="18"/>
                    <a:pt x="18" y="23"/>
                    <a:pt x="12" y="23"/>
                  </a:cubicBezTo>
                  <a:close/>
                  <a:moveTo>
                    <a:pt x="12" y="4"/>
                  </a:moveTo>
                  <a:cubicBezTo>
                    <a:pt x="8" y="4"/>
                    <a:pt x="4" y="8"/>
                    <a:pt x="4" y="12"/>
                  </a:cubicBezTo>
                  <a:cubicBezTo>
                    <a:pt x="4" y="16"/>
                    <a:pt x="8" y="19"/>
                    <a:pt x="12" y="19"/>
                  </a:cubicBezTo>
                  <a:cubicBezTo>
                    <a:pt x="16" y="19"/>
                    <a:pt x="19" y="16"/>
                    <a:pt x="19" y="12"/>
                  </a:cubicBezTo>
                  <a:cubicBezTo>
                    <a:pt x="19" y="8"/>
                    <a:pt x="16" y="4"/>
                    <a:pt x="12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8" name="Freeform 41"/>
            <p:cNvSpPr/>
            <p:nvPr/>
          </p:nvSpPr>
          <p:spPr bwMode="auto">
            <a:xfrm>
              <a:off x="280988" y="3417888"/>
              <a:ext cx="142875" cy="474663"/>
            </a:xfrm>
            <a:custGeom>
              <a:avLst/>
              <a:gdLst/>
              <a:ahLst/>
              <a:cxnLst/>
              <a:rect l="0" t="0" r="r" b="b"/>
              <a:pathLst>
                <a:path w="90" h="299">
                  <a:moveTo>
                    <a:pt x="12" y="299"/>
                  </a:moveTo>
                  <a:lnTo>
                    <a:pt x="0" y="299"/>
                  </a:lnTo>
                  <a:lnTo>
                    <a:pt x="0" y="80"/>
                  </a:lnTo>
                  <a:lnTo>
                    <a:pt x="81" y="0"/>
                  </a:lnTo>
                  <a:lnTo>
                    <a:pt x="90" y="8"/>
                  </a:lnTo>
                  <a:lnTo>
                    <a:pt x="12" y="83"/>
                  </a:lnTo>
                  <a:lnTo>
                    <a:pt x="12" y="299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9" name="Freeform 42"/>
            <p:cNvSpPr>
              <a:spLocks noEditPoints="1"/>
            </p:cNvSpPr>
            <p:nvPr/>
          </p:nvSpPr>
          <p:spPr bwMode="auto">
            <a:xfrm>
              <a:off x="238125" y="3883025"/>
              <a:ext cx="109538" cy="109538"/>
            </a:xfrm>
            <a:custGeom>
              <a:avLst/>
              <a:gdLst/>
              <a:ahLst/>
              <a:cxnLst/>
              <a:rect l="0" t="0" r="r" b="b"/>
              <a:pathLst>
                <a:path w="23" h="23">
                  <a:moveTo>
                    <a:pt x="11" y="23"/>
                  </a:moveTo>
                  <a:cubicBezTo>
                    <a:pt x="5" y="23"/>
                    <a:pt x="0" y="18"/>
                    <a:pt x="0" y="12"/>
                  </a:cubicBezTo>
                  <a:cubicBezTo>
                    <a:pt x="0" y="5"/>
                    <a:pt x="5" y="0"/>
                    <a:pt x="11" y="0"/>
                  </a:cubicBezTo>
                  <a:cubicBezTo>
                    <a:pt x="17" y="0"/>
                    <a:pt x="23" y="5"/>
                    <a:pt x="23" y="12"/>
                  </a:cubicBezTo>
                  <a:cubicBezTo>
                    <a:pt x="23" y="18"/>
                    <a:pt x="17" y="23"/>
                    <a:pt x="11" y="23"/>
                  </a:cubicBezTo>
                  <a:close/>
                  <a:moveTo>
                    <a:pt x="11" y="4"/>
                  </a:moveTo>
                  <a:cubicBezTo>
                    <a:pt x="7" y="4"/>
                    <a:pt x="4" y="8"/>
                    <a:pt x="4" y="12"/>
                  </a:cubicBezTo>
                  <a:cubicBezTo>
                    <a:pt x="4" y="16"/>
                    <a:pt x="7" y="19"/>
                    <a:pt x="11" y="19"/>
                  </a:cubicBezTo>
                  <a:cubicBezTo>
                    <a:pt x="15" y="19"/>
                    <a:pt x="19" y="16"/>
                    <a:pt x="19" y="12"/>
                  </a:cubicBezTo>
                  <a:cubicBezTo>
                    <a:pt x="19" y="8"/>
                    <a:pt x="15" y="4"/>
                    <a:pt x="11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0" name="Freeform 43"/>
            <p:cNvSpPr/>
            <p:nvPr/>
          </p:nvSpPr>
          <p:spPr bwMode="auto">
            <a:xfrm>
              <a:off x="4763" y="2166938"/>
              <a:ext cx="114300" cy="452438"/>
            </a:xfrm>
            <a:custGeom>
              <a:avLst/>
              <a:gdLst/>
              <a:ahLst/>
              <a:cxnLst/>
              <a:rect l="0" t="0" r="r" b="b"/>
              <a:pathLst>
                <a:path w="72" h="285">
                  <a:moveTo>
                    <a:pt x="6" y="285"/>
                  </a:moveTo>
                  <a:lnTo>
                    <a:pt x="0" y="276"/>
                  </a:lnTo>
                  <a:lnTo>
                    <a:pt x="60" y="216"/>
                  </a:lnTo>
                  <a:lnTo>
                    <a:pt x="60" y="0"/>
                  </a:lnTo>
                  <a:lnTo>
                    <a:pt x="72" y="0"/>
                  </a:lnTo>
                  <a:lnTo>
                    <a:pt x="72" y="222"/>
                  </a:lnTo>
                  <a:lnTo>
                    <a:pt x="6" y="28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1" name="Freeform 44"/>
            <p:cNvSpPr>
              <a:spLocks noEditPoints="1"/>
            </p:cNvSpPr>
            <p:nvPr/>
          </p:nvSpPr>
          <p:spPr bwMode="auto">
            <a:xfrm>
              <a:off x="52388" y="2066925"/>
              <a:ext cx="109538" cy="109538"/>
            </a:xfrm>
            <a:custGeom>
              <a:avLst/>
              <a:gdLst/>
              <a:ahLst/>
              <a:cxnLst/>
              <a:rect l="0" t="0" r="r" b="b"/>
              <a:pathLst>
                <a:path w="23" h="23">
                  <a:moveTo>
                    <a:pt x="12" y="23"/>
                  </a:moveTo>
                  <a:cubicBezTo>
                    <a:pt x="5" y="23"/>
                    <a:pt x="0" y="18"/>
                    <a:pt x="0" y="12"/>
                  </a:cubicBezTo>
                  <a:cubicBezTo>
                    <a:pt x="0" y="5"/>
                    <a:pt x="5" y="0"/>
                    <a:pt x="12" y="0"/>
                  </a:cubicBezTo>
                  <a:cubicBezTo>
                    <a:pt x="18" y="0"/>
                    <a:pt x="23" y="5"/>
                    <a:pt x="23" y="12"/>
                  </a:cubicBezTo>
                  <a:cubicBezTo>
                    <a:pt x="23" y="18"/>
                    <a:pt x="18" y="23"/>
                    <a:pt x="12" y="23"/>
                  </a:cubicBezTo>
                  <a:close/>
                  <a:moveTo>
                    <a:pt x="12" y="4"/>
                  </a:moveTo>
                  <a:cubicBezTo>
                    <a:pt x="8" y="4"/>
                    <a:pt x="4" y="8"/>
                    <a:pt x="4" y="12"/>
                  </a:cubicBezTo>
                  <a:cubicBezTo>
                    <a:pt x="4" y="16"/>
                    <a:pt x="8" y="19"/>
                    <a:pt x="12" y="19"/>
                  </a:cubicBezTo>
                  <a:cubicBezTo>
                    <a:pt x="16" y="19"/>
                    <a:pt x="19" y="16"/>
                    <a:pt x="19" y="12"/>
                  </a:cubicBezTo>
                  <a:cubicBezTo>
                    <a:pt x="19" y="8"/>
                    <a:pt x="16" y="4"/>
                    <a:pt x="12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2" name="Rectangle 45"/>
            <p:cNvSpPr>
              <a:spLocks noChangeArrowheads="1"/>
            </p:cNvSpPr>
            <p:nvPr/>
          </p:nvSpPr>
          <p:spPr bwMode="auto">
            <a:xfrm>
              <a:off x="1228725" y="4662488"/>
              <a:ext cx="23813" cy="2181225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sp>
        <p:sp>
          <p:nvSpPr>
            <p:cNvPr id="53" name="Freeform 46"/>
            <p:cNvSpPr/>
            <p:nvPr/>
          </p:nvSpPr>
          <p:spPr bwMode="auto">
            <a:xfrm>
              <a:off x="1319213" y="5041900"/>
              <a:ext cx="371475" cy="1801813"/>
            </a:xfrm>
            <a:custGeom>
              <a:avLst/>
              <a:gdLst/>
              <a:ahLst/>
              <a:cxnLst/>
              <a:rect l="0" t="0" r="r" b="b"/>
              <a:pathLst>
                <a:path w="234" h="1135">
                  <a:moveTo>
                    <a:pt x="15" y="1135"/>
                  </a:moveTo>
                  <a:lnTo>
                    <a:pt x="0" y="1135"/>
                  </a:lnTo>
                  <a:lnTo>
                    <a:pt x="0" y="515"/>
                  </a:lnTo>
                  <a:lnTo>
                    <a:pt x="0" y="512"/>
                  </a:lnTo>
                  <a:lnTo>
                    <a:pt x="219" y="0"/>
                  </a:lnTo>
                  <a:lnTo>
                    <a:pt x="234" y="6"/>
                  </a:lnTo>
                  <a:lnTo>
                    <a:pt x="15" y="518"/>
                  </a:lnTo>
                  <a:lnTo>
                    <a:pt x="15" y="113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4" name="Freeform 47"/>
            <p:cNvSpPr>
              <a:spLocks noEditPoints="1"/>
            </p:cNvSpPr>
            <p:nvPr/>
          </p:nvSpPr>
          <p:spPr bwMode="auto">
            <a:xfrm>
              <a:off x="1147763" y="44815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5" name="Freeform 48"/>
            <p:cNvSpPr/>
            <p:nvPr/>
          </p:nvSpPr>
          <p:spPr bwMode="auto">
            <a:xfrm>
              <a:off x="819150" y="3983038"/>
              <a:ext cx="347663" cy="2860675"/>
            </a:xfrm>
            <a:custGeom>
              <a:avLst/>
              <a:gdLst/>
              <a:ahLst/>
              <a:cxnLst/>
              <a:rect l="0" t="0" r="r" b="b"/>
              <a:pathLst>
                <a:path w="219" h="1802">
                  <a:moveTo>
                    <a:pt x="219" y="1802"/>
                  </a:moveTo>
                  <a:lnTo>
                    <a:pt x="201" y="1802"/>
                  </a:lnTo>
                  <a:lnTo>
                    <a:pt x="201" y="1185"/>
                  </a:lnTo>
                  <a:lnTo>
                    <a:pt x="0" y="3"/>
                  </a:lnTo>
                  <a:lnTo>
                    <a:pt x="15" y="0"/>
                  </a:lnTo>
                  <a:lnTo>
                    <a:pt x="219" y="1185"/>
                  </a:lnTo>
                  <a:lnTo>
                    <a:pt x="219" y="180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6" name="Freeform 49"/>
            <p:cNvSpPr>
              <a:spLocks noEditPoints="1"/>
            </p:cNvSpPr>
            <p:nvPr/>
          </p:nvSpPr>
          <p:spPr bwMode="auto">
            <a:xfrm>
              <a:off x="728663" y="3806825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8"/>
                    <a:pt x="11" y="36"/>
                    <a:pt x="20" y="36"/>
                  </a:cubicBezTo>
                  <a:cubicBezTo>
                    <a:pt x="29" y="36"/>
                    <a:pt x="36" y="28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7" name="Freeform 50"/>
            <p:cNvSpPr>
              <a:spLocks noEditPoints="1"/>
            </p:cNvSpPr>
            <p:nvPr/>
          </p:nvSpPr>
          <p:spPr bwMode="auto">
            <a:xfrm>
              <a:off x="1624013" y="4867275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8" name="Freeform 51"/>
            <p:cNvSpPr/>
            <p:nvPr/>
          </p:nvSpPr>
          <p:spPr bwMode="auto">
            <a:xfrm>
              <a:off x="1404938" y="5422900"/>
              <a:ext cx="371475" cy="1425575"/>
            </a:xfrm>
            <a:custGeom>
              <a:avLst/>
              <a:gdLst/>
              <a:ahLst/>
              <a:cxnLst/>
              <a:rect l="0" t="0" r="r" b="b"/>
              <a:pathLst>
                <a:path w="234" h="898">
                  <a:moveTo>
                    <a:pt x="18" y="898"/>
                  </a:moveTo>
                  <a:lnTo>
                    <a:pt x="0" y="898"/>
                  </a:lnTo>
                  <a:lnTo>
                    <a:pt x="0" y="515"/>
                  </a:lnTo>
                  <a:lnTo>
                    <a:pt x="0" y="512"/>
                  </a:lnTo>
                  <a:lnTo>
                    <a:pt x="222" y="0"/>
                  </a:lnTo>
                  <a:lnTo>
                    <a:pt x="234" y="6"/>
                  </a:lnTo>
                  <a:lnTo>
                    <a:pt x="18" y="518"/>
                  </a:lnTo>
                  <a:lnTo>
                    <a:pt x="18" y="89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9" name="Freeform 52"/>
            <p:cNvSpPr/>
            <p:nvPr/>
          </p:nvSpPr>
          <p:spPr bwMode="auto">
            <a:xfrm>
              <a:off x="1666875" y="5945188"/>
              <a:ext cx="152400" cy="912813"/>
            </a:xfrm>
            <a:custGeom>
              <a:avLst/>
              <a:gdLst/>
              <a:ahLst/>
              <a:cxnLst/>
              <a:rect l="0" t="0" r="r" b="b"/>
              <a:pathLst>
                <a:path w="96" h="575">
                  <a:moveTo>
                    <a:pt x="15" y="575"/>
                  </a:moveTo>
                  <a:lnTo>
                    <a:pt x="0" y="569"/>
                  </a:lnTo>
                  <a:lnTo>
                    <a:pt x="81" y="383"/>
                  </a:lnTo>
                  <a:lnTo>
                    <a:pt x="81" y="0"/>
                  </a:lnTo>
                  <a:lnTo>
                    <a:pt x="96" y="0"/>
                  </a:lnTo>
                  <a:lnTo>
                    <a:pt x="96" y="386"/>
                  </a:lnTo>
                  <a:lnTo>
                    <a:pt x="15" y="57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60" name="Freeform 53"/>
            <p:cNvSpPr>
              <a:spLocks noEditPoints="1"/>
            </p:cNvSpPr>
            <p:nvPr/>
          </p:nvSpPr>
          <p:spPr bwMode="auto">
            <a:xfrm>
              <a:off x="1709738" y="52466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61" name="Freeform 54"/>
            <p:cNvSpPr>
              <a:spLocks noEditPoints="1"/>
            </p:cNvSpPr>
            <p:nvPr/>
          </p:nvSpPr>
          <p:spPr bwMode="auto">
            <a:xfrm>
              <a:off x="1709738" y="57642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62" name="Freeform 55"/>
            <p:cNvSpPr/>
            <p:nvPr/>
          </p:nvSpPr>
          <p:spPr bwMode="auto">
            <a:xfrm>
              <a:off x="1766888" y="6330950"/>
              <a:ext cx="419100" cy="527050"/>
            </a:xfrm>
            <a:custGeom>
              <a:avLst/>
              <a:gdLst/>
              <a:ahLst/>
              <a:cxnLst/>
              <a:rect l="0" t="0" r="r" b="b"/>
              <a:pathLst>
                <a:path w="264" h="332">
                  <a:moveTo>
                    <a:pt x="12" y="332"/>
                  </a:moveTo>
                  <a:lnTo>
                    <a:pt x="0" y="326"/>
                  </a:lnTo>
                  <a:lnTo>
                    <a:pt x="45" y="206"/>
                  </a:lnTo>
                  <a:lnTo>
                    <a:pt x="255" y="0"/>
                  </a:lnTo>
                  <a:lnTo>
                    <a:pt x="264" y="12"/>
                  </a:lnTo>
                  <a:lnTo>
                    <a:pt x="60" y="215"/>
                  </a:lnTo>
                  <a:lnTo>
                    <a:pt x="12" y="33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63" name="Freeform 56"/>
            <p:cNvSpPr>
              <a:spLocks noEditPoints="1"/>
            </p:cNvSpPr>
            <p:nvPr/>
          </p:nvSpPr>
          <p:spPr bwMode="auto">
            <a:xfrm>
              <a:off x="2147888" y="6221413"/>
              <a:ext cx="157163" cy="147638"/>
            </a:xfrm>
            <a:custGeom>
              <a:avLst/>
              <a:gdLst/>
              <a:ahLst/>
              <a:cxnLst/>
              <a:rect l="0" t="0" r="r" b="b"/>
              <a:pathLst>
                <a:path w="33" h="31">
                  <a:moveTo>
                    <a:pt x="16" y="31"/>
                  </a:moveTo>
                  <a:cubicBezTo>
                    <a:pt x="12" y="31"/>
                    <a:pt x="8" y="29"/>
                    <a:pt x="5" y="26"/>
                  </a:cubicBezTo>
                  <a:cubicBezTo>
                    <a:pt x="2" y="24"/>
                    <a:pt x="0" y="20"/>
                    <a:pt x="0" y="15"/>
                  </a:cubicBezTo>
                  <a:cubicBezTo>
                    <a:pt x="0" y="11"/>
                    <a:pt x="2" y="7"/>
                    <a:pt x="5" y="4"/>
                  </a:cubicBezTo>
                  <a:cubicBezTo>
                    <a:pt x="8" y="1"/>
                    <a:pt x="12" y="0"/>
                    <a:pt x="16" y="0"/>
                  </a:cubicBezTo>
                  <a:cubicBezTo>
                    <a:pt x="20" y="0"/>
                    <a:pt x="24" y="1"/>
                    <a:pt x="27" y="4"/>
                  </a:cubicBezTo>
                  <a:cubicBezTo>
                    <a:pt x="33" y="10"/>
                    <a:pt x="33" y="20"/>
                    <a:pt x="27" y="26"/>
                  </a:cubicBezTo>
                  <a:cubicBezTo>
                    <a:pt x="24" y="29"/>
                    <a:pt x="20" y="31"/>
                    <a:pt x="16" y="31"/>
                  </a:cubicBezTo>
                  <a:close/>
                  <a:moveTo>
                    <a:pt x="16" y="4"/>
                  </a:moveTo>
                  <a:cubicBezTo>
                    <a:pt x="13" y="4"/>
                    <a:pt x="10" y="5"/>
                    <a:pt x="8" y="7"/>
                  </a:cubicBezTo>
                  <a:cubicBezTo>
                    <a:pt x="6" y="9"/>
                    <a:pt x="4" y="12"/>
                    <a:pt x="4" y="15"/>
                  </a:cubicBezTo>
                  <a:cubicBezTo>
                    <a:pt x="4" y="19"/>
                    <a:pt x="6" y="21"/>
                    <a:pt x="8" y="24"/>
                  </a:cubicBezTo>
                  <a:cubicBezTo>
                    <a:pt x="10" y="26"/>
                    <a:pt x="13" y="27"/>
                    <a:pt x="16" y="27"/>
                  </a:cubicBezTo>
                  <a:cubicBezTo>
                    <a:pt x="19" y="27"/>
                    <a:pt x="22" y="26"/>
                    <a:pt x="24" y="24"/>
                  </a:cubicBezTo>
                  <a:cubicBezTo>
                    <a:pt x="29" y="19"/>
                    <a:pt x="29" y="12"/>
                    <a:pt x="24" y="7"/>
                  </a:cubicBezTo>
                  <a:cubicBezTo>
                    <a:pt x="22" y="5"/>
                    <a:pt x="19" y="4"/>
                    <a:pt x="16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64" name="Freeform 57"/>
            <p:cNvSpPr/>
            <p:nvPr/>
          </p:nvSpPr>
          <p:spPr bwMode="auto">
            <a:xfrm>
              <a:off x="504825" y="9525"/>
              <a:ext cx="233363" cy="5103813"/>
            </a:xfrm>
            <a:custGeom>
              <a:avLst/>
              <a:gdLst/>
              <a:ahLst/>
              <a:cxnLst/>
              <a:rect l="0" t="0" r="r" b="b"/>
              <a:pathLst>
                <a:path w="147" h="3215">
                  <a:moveTo>
                    <a:pt x="132" y="3215"/>
                  </a:moveTo>
                  <a:lnTo>
                    <a:pt x="129" y="2754"/>
                  </a:lnTo>
                  <a:lnTo>
                    <a:pt x="0" y="1901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1898"/>
                  </a:lnTo>
                  <a:lnTo>
                    <a:pt x="144" y="2754"/>
                  </a:lnTo>
                  <a:lnTo>
                    <a:pt x="147" y="3215"/>
                  </a:lnTo>
                  <a:lnTo>
                    <a:pt x="132" y="321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65" name="Freeform 58"/>
            <p:cNvSpPr>
              <a:spLocks noEditPoints="1"/>
            </p:cNvSpPr>
            <p:nvPr/>
          </p:nvSpPr>
          <p:spPr bwMode="auto">
            <a:xfrm>
              <a:off x="633413" y="5103813"/>
              <a:ext cx="185738" cy="185738"/>
            </a:xfrm>
            <a:custGeom>
              <a:avLst/>
              <a:gdLst/>
              <a:ahLst/>
              <a:cxnLst/>
              <a:rect l="0" t="0" r="r" b="b"/>
              <a:pathLst>
                <a:path w="39" h="39">
                  <a:moveTo>
                    <a:pt x="20" y="39"/>
                  </a:moveTo>
                  <a:cubicBezTo>
                    <a:pt x="9" y="39"/>
                    <a:pt x="0" y="30"/>
                    <a:pt x="0" y="19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0" y="0"/>
                    <a:pt x="39" y="9"/>
                    <a:pt x="39" y="19"/>
                  </a:cubicBezTo>
                  <a:cubicBezTo>
                    <a:pt x="39" y="30"/>
                    <a:pt x="30" y="39"/>
                    <a:pt x="20" y="39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19"/>
                  </a:cubicBezTo>
                  <a:cubicBezTo>
                    <a:pt x="4" y="28"/>
                    <a:pt x="11" y="35"/>
                    <a:pt x="20" y="35"/>
                  </a:cubicBezTo>
                  <a:cubicBezTo>
                    <a:pt x="28" y="35"/>
                    <a:pt x="35" y="28"/>
                    <a:pt x="35" y="19"/>
                  </a:cubicBezTo>
                  <a:cubicBezTo>
                    <a:pt x="35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</p:grp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876424" y="1122363"/>
            <a:ext cx="8791575" cy="2387600"/>
          </a:xfrm>
        </p:spPr>
        <p:txBody>
          <a:bodyPr anchor="b">
            <a:normAutofit/>
          </a:bodyPr>
          <a:lstStyle>
            <a:lvl1pPr algn="l">
              <a:defRPr sz="4800"/>
            </a:lvl1pPr>
          </a:lstStyle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876424" y="3602038"/>
            <a:ext cx="8791575" cy="1655762"/>
          </a:xfrm>
        </p:spPr>
        <p:txBody>
          <a:bodyPr>
            <a:normAutofit/>
          </a:bodyPr>
          <a:lstStyle>
            <a:lvl1pPr marL="0" indent="0" algn="l">
              <a:buNone/>
              <a:defRPr sz="2000" cap="all" baseline="0">
                <a:solidFill>
                  <a:schemeClr val="tx2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smtClean="0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7077511" y="5410201"/>
            <a:ext cx="2743200" cy="365125"/>
          </a:xfrm>
        </p:spPr>
        <p:txBody>
          <a:bodyPr/>
          <a:lstStyle/>
          <a:p>
            <a:fld id="{F2EC9C91-2632-4F22-BFB1-62130C040863}" type="datetimeFigureOut">
              <a:rPr lang="bg-BG" smtClean="0"/>
              <a:t>7.5.2026 г.</a:t>
            </a:fld>
            <a:endParaRPr lang="bg-BG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1876424" y="5410201"/>
            <a:ext cx="5124886" cy="365125"/>
          </a:xfrm>
        </p:spPr>
        <p:txBody>
          <a:bodyPr/>
          <a:lstStyle/>
          <a:p>
            <a:endParaRPr lang="bg-BG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9896911" y="5410199"/>
            <a:ext cx="771089" cy="365125"/>
          </a:xfrm>
        </p:spPr>
        <p:txBody>
          <a:bodyPr/>
          <a:lstStyle/>
          <a:p>
            <a:fld id="{429C84FF-1E36-4FBE-87DA-4B007E54F693}" type="slidenum">
              <a:rPr lang="bg-BG" smtClean="0"/>
              <a:t>‹#›</a:t>
            </a:fld>
            <a:endParaRPr lang="bg-BG"/>
          </a:p>
        </p:txBody>
      </p:sp>
    </p:spTree>
    <p:extLst>
      <p:ext uri="{BB962C8B-B14F-4D97-AF65-F5344CB8AC3E}">
        <p14:creationId xmlns:p14="http://schemas.microsoft.com/office/powerpoint/2010/main" val="90871189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2EC9C91-2632-4F22-BFB1-62130C040863}" type="datetimeFigureOut">
              <a:rPr lang="bg-BG" smtClean="0"/>
              <a:t>7.5.2026 г.</a:t>
            </a:fld>
            <a:endParaRPr lang="bg-BG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bg-BG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29C84FF-1E36-4FBE-87DA-4B007E54F693}" type="slidenum">
              <a:rPr lang="bg-BG" smtClean="0"/>
              <a:t>‹#›</a:t>
            </a:fld>
            <a:endParaRPr lang="bg-BG"/>
          </a:p>
        </p:txBody>
      </p:sp>
    </p:spTree>
    <p:extLst>
      <p:ext uri="{BB962C8B-B14F-4D97-AF65-F5344CB8AC3E}">
        <p14:creationId xmlns:p14="http://schemas.microsoft.com/office/powerpoint/2010/main" val="140966047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1" y="1419226"/>
            <a:ext cx="9906000" cy="2852737"/>
          </a:xfrm>
        </p:spPr>
        <p:txBody>
          <a:bodyPr anchor="b">
            <a:normAutofit/>
          </a:bodyPr>
          <a:lstStyle>
            <a:lvl1pPr>
              <a:defRPr sz="3600"/>
            </a:lvl1pPr>
          </a:lstStyle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41411" y="4424362"/>
            <a:ext cx="9906000" cy="1374776"/>
          </a:xfrm>
        </p:spPr>
        <p:txBody>
          <a:bodyPr>
            <a:normAutofit/>
          </a:bodyPr>
          <a:lstStyle>
            <a:lvl1pPr marL="0" indent="0">
              <a:buNone/>
              <a:defRPr sz="1800" cap="all" baseline="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2EC9C91-2632-4F22-BFB1-62130C040863}" type="datetimeFigureOut">
              <a:rPr lang="bg-BG" smtClean="0"/>
              <a:t>7.5.2026 г.</a:t>
            </a:fld>
            <a:endParaRPr lang="bg-BG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bg-BG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29C84FF-1E36-4FBE-87DA-4B007E54F693}" type="slidenum">
              <a:rPr lang="bg-BG" smtClean="0"/>
              <a:t>‹#›</a:t>
            </a:fld>
            <a:endParaRPr lang="bg-BG"/>
          </a:p>
        </p:txBody>
      </p:sp>
    </p:spTree>
    <p:extLst>
      <p:ext uri="{BB962C8B-B14F-4D97-AF65-F5344CB8AC3E}">
        <p14:creationId xmlns:p14="http://schemas.microsoft.com/office/powerpoint/2010/main" val="280300409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141410" y="2249486"/>
            <a:ext cx="4878389" cy="3541714"/>
          </a:xfrm>
        </p:spPr>
        <p:txBody>
          <a:bodyPr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2249486"/>
            <a:ext cx="4875211" cy="3541714"/>
          </a:xfrm>
        </p:spPr>
        <p:txBody>
          <a:bodyPr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2EC9C91-2632-4F22-BFB1-62130C040863}" type="datetimeFigureOut">
              <a:rPr lang="bg-BG" smtClean="0"/>
              <a:t>7.5.2026 г.</a:t>
            </a:fld>
            <a:endParaRPr lang="bg-BG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bg-BG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29C84FF-1E36-4FBE-87DA-4B007E54F693}" type="slidenum">
              <a:rPr lang="bg-BG" smtClean="0"/>
              <a:t>‹#›</a:t>
            </a:fld>
            <a:endParaRPr lang="bg-BG"/>
          </a:p>
        </p:txBody>
      </p:sp>
    </p:spTree>
    <p:extLst>
      <p:ext uri="{BB962C8B-B14F-4D97-AF65-F5344CB8AC3E}">
        <p14:creationId xmlns:p14="http://schemas.microsoft.com/office/powerpoint/2010/main" val="189486980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1" y="619126"/>
            <a:ext cx="9906000" cy="1477961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70019" y="2249486"/>
            <a:ext cx="4649783" cy="823912"/>
          </a:xfrm>
        </p:spPr>
        <p:txBody>
          <a:bodyPr anchor="b"/>
          <a:lstStyle>
            <a:lvl1pPr marL="0" indent="0">
              <a:lnSpc>
                <a:spcPct val="90000"/>
              </a:lnSpc>
              <a:buNone/>
              <a:defRPr sz="24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141410" y="3073397"/>
            <a:ext cx="4878391" cy="2717801"/>
          </a:xfrm>
        </p:spPr>
        <p:txBody>
          <a:bodyPr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400808" y="2249485"/>
            <a:ext cx="4646602" cy="823912"/>
          </a:xfrm>
        </p:spPr>
        <p:txBody>
          <a:bodyPr anchor="b"/>
          <a:lstStyle>
            <a:lvl1pPr marL="0" indent="0">
              <a:lnSpc>
                <a:spcPct val="90000"/>
              </a:lnSpc>
              <a:buNone/>
              <a:defRPr sz="24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3073397"/>
            <a:ext cx="4875210" cy="2717801"/>
          </a:xfrm>
        </p:spPr>
        <p:txBody>
          <a:bodyPr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2EC9C91-2632-4F22-BFB1-62130C040863}" type="datetimeFigureOut">
              <a:rPr lang="bg-BG" smtClean="0"/>
              <a:t>7.5.2026 г.</a:t>
            </a:fld>
            <a:endParaRPr lang="bg-BG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bg-BG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29C84FF-1E36-4FBE-87DA-4B007E54F693}" type="slidenum">
              <a:rPr lang="bg-BG" smtClean="0"/>
              <a:t>‹#›</a:t>
            </a:fld>
            <a:endParaRPr lang="bg-BG"/>
          </a:p>
        </p:txBody>
      </p:sp>
    </p:spTree>
    <p:extLst>
      <p:ext uri="{BB962C8B-B14F-4D97-AF65-F5344CB8AC3E}">
        <p14:creationId xmlns:p14="http://schemas.microsoft.com/office/powerpoint/2010/main" val="274624867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2EC9C91-2632-4F22-BFB1-62130C040863}" type="datetimeFigureOut">
              <a:rPr lang="bg-BG" smtClean="0"/>
              <a:t>7.5.2026 г.</a:t>
            </a:fld>
            <a:endParaRPr lang="bg-BG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bg-BG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29C84FF-1E36-4FBE-87DA-4B007E54F693}" type="slidenum">
              <a:rPr lang="bg-BG" smtClean="0"/>
              <a:t>‹#›</a:t>
            </a:fld>
            <a:endParaRPr lang="bg-BG"/>
          </a:p>
        </p:txBody>
      </p:sp>
    </p:spTree>
    <p:extLst>
      <p:ext uri="{BB962C8B-B14F-4D97-AF65-F5344CB8AC3E}">
        <p14:creationId xmlns:p14="http://schemas.microsoft.com/office/powerpoint/2010/main" val="275109829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2EC9C91-2632-4F22-BFB1-62130C040863}" type="datetimeFigureOut">
              <a:rPr lang="bg-BG" smtClean="0"/>
              <a:t>7.5.2026 г.</a:t>
            </a:fld>
            <a:endParaRPr lang="bg-BG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bg-BG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29C84FF-1E36-4FBE-87DA-4B007E54F693}" type="slidenum">
              <a:rPr lang="bg-BG" smtClean="0"/>
              <a:t>‹#›</a:t>
            </a:fld>
            <a:endParaRPr lang="bg-BG"/>
          </a:p>
        </p:txBody>
      </p:sp>
    </p:spTree>
    <p:extLst>
      <p:ext uri="{BB962C8B-B14F-4D97-AF65-F5344CB8AC3E}">
        <p14:creationId xmlns:p14="http://schemas.microsoft.com/office/powerpoint/2010/main" val="416056174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6705" y="609601"/>
            <a:ext cx="3856037" cy="1639884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56200" y="592666"/>
            <a:ext cx="5891209" cy="5198534"/>
          </a:xfrm>
        </p:spPr>
        <p:txBody>
          <a:bodyPr anchor="ctr"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6705" y="2249486"/>
            <a:ext cx="3856037" cy="3541714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2EC9C91-2632-4F22-BFB1-62130C040863}" type="datetimeFigureOut">
              <a:rPr lang="bg-BG" smtClean="0"/>
              <a:t>7.5.2026 г.</a:t>
            </a:fld>
            <a:endParaRPr lang="bg-BG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bg-BG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29C84FF-1E36-4FBE-87DA-4B007E54F693}" type="slidenum">
              <a:rPr lang="bg-BG" smtClean="0"/>
              <a:t>‹#›</a:t>
            </a:fld>
            <a:endParaRPr lang="bg-BG"/>
          </a:p>
        </p:txBody>
      </p:sp>
    </p:spTree>
    <p:extLst>
      <p:ext uri="{BB962C8B-B14F-4D97-AF65-F5344CB8AC3E}">
        <p14:creationId xmlns:p14="http://schemas.microsoft.com/office/powerpoint/2010/main" val="418238264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3" y="609600"/>
            <a:ext cx="5934508" cy="1639886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7380721" y="609601"/>
            <a:ext cx="3666690" cy="5181599"/>
          </a:xfrm>
          <a:prstGeom prst="round2DiagRect">
            <a:avLst>
              <a:gd name="adj1" fmla="val 5608"/>
              <a:gd name="adj2" fmla="val 0"/>
            </a:avLst>
          </a:prstGeom>
          <a:ln w="19050" cap="sq">
            <a:solidFill>
              <a:schemeClr val="tx2">
                <a:lumMod val="60000"/>
                <a:lumOff val="40000"/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 smtClean="0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410" y="2249486"/>
            <a:ext cx="5934511" cy="3541714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2EC9C91-2632-4F22-BFB1-62130C040863}" type="datetimeFigureOut">
              <a:rPr lang="bg-BG" smtClean="0"/>
              <a:t>7.5.2026 г.</a:t>
            </a:fld>
            <a:endParaRPr lang="bg-BG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bg-BG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29C84FF-1E36-4FBE-87DA-4B007E54F693}" type="slidenum">
              <a:rPr lang="bg-BG" smtClean="0"/>
              <a:t>‹#›</a:t>
            </a:fld>
            <a:endParaRPr lang="bg-BG"/>
          </a:p>
        </p:txBody>
      </p:sp>
    </p:spTree>
    <p:extLst>
      <p:ext uri="{BB962C8B-B14F-4D97-AF65-F5344CB8AC3E}">
        <p14:creationId xmlns:p14="http://schemas.microsoft.com/office/powerpoint/2010/main" val="129311102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anoramic 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0" y="4304664"/>
            <a:ext cx="9912355" cy="819355"/>
          </a:xfrm>
        </p:spPr>
        <p:txBody>
          <a:bodyPr anchor="b">
            <a:normAutofit/>
          </a:bodyPr>
          <a:lstStyle>
            <a:lvl1pPr>
              <a:defRPr sz="3200"/>
            </a:lvl1pPr>
          </a:lstStyle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141411" y="606426"/>
            <a:ext cx="9912354" cy="3299778"/>
          </a:xfrm>
          <a:prstGeom prst="round2DiagRect">
            <a:avLst>
              <a:gd name="adj1" fmla="val 4860"/>
              <a:gd name="adj2" fmla="val 0"/>
            </a:avLst>
          </a:prstGeom>
          <a:ln w="19050" cap="sq">
            <a:solidFill>
              <a:schemeClr val="tx2">
                <a:lumMod val="60000"/>
                <a:lumOff val="40000"/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 sz="3200"/>
            </a:lvl1pPr>
          </a:lstStyle>
          <a:p>
            <a:pPr marL="0" lvl="0" indent="0">
              <a:buNone/>
            </a:pPr>
            <a:r>
              <a:rPr lang="en-US" smtClean="0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364" y="5124020"/>
            <a:ext cx="9910859" cy="682472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2EC9C91-2632-4F22-BFB1-62130C040863}" type="datetimeFigureOut">
              <a:rPr lang="bg-BG" smtClean="0"/>
              <a:t>7.5.2026 г.</a:t>
            </a:fld>
            <a:endParaRPr lang="bg-BG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bg-BG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29C84FF-1E36-4FBE-87DA-4B007E54F693}" type="slidenum">
              <a:rPr lang="bg-BG" smtClean="0"/>
              <a:t>‹#›</a:t>
            </a:fld>
            <a:endParaRPr lang="bg-BG"/>
          </a:p>
        </p:txBody>
      </p:sp>
    </p:spTree>
    <p:extLst>
      <p:ext uri="{BB962C8B-B14F-4D97-AF65-F5344CB8AC3E}">
        <p14:creationId xmlns:p14="http://schemas.microsoft.com/office/powerpoint/2010/main" val="28887077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56" y="609600"/>
            <a:ext cx="9905955" cy="3429000"/>
          </a:xfrm>
        </p:spPr>
        <p:txBody>
          <a:bodyPr anchor="ctr">
            <a:normAutofit/>
          </a:bodyPr>
          <a:lstStyle>
            <a:lvl1pPr>
              <a:defRPr sz="3600"/>
            </a:lvl1pPr>
          </a:lstStyle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410" y="4419599"/>
            <a:ext cx="9904459" cy="1371599"/>
          </a:xfrm>
        </p:spPr>
        <p:txBody>
          <a:bodyPr anchor="ctr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2EC9C91-2632-4F22-BFB1-62130C040863}" type="datetimeFigureOut">
              <a:rPr lang="bg-BG" smtClean="0"/>
              <a:t>7.5.2026 г.</a:t>
            </a:fld>
            <a:endParaRPr lang="bg-BG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bg-BG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29C84FF-1E36-4FBE-87DA-4B007E54F693}" type="slidenum">
              <a:rPr lang="bg-BG" smtClean="0"/>
              <a:t>‹#›</a:t>
            </a:fld>
            <a:endParaRPr lang="bg-BG"/>
          </a:p>
        </p:txBody>
      </p:sp>
    </p:spTree>
    <p:extLst>
      <p:ext uri="{BB962C8B-B14F-4D97-AF65-F5344CB8AC3E}">
        <p14:creationId xmlns:p14="http://schemas.microsoft.com/office/powerpoint/2010/main" val="2448939358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46212" y="609599"/>
            <a:ext cx="9302752" cy="2748429"/>
          </a:xfrm>
        </p:spPr>
        <p:txBody>
          <a:bodyPr anchor="ctr">
            <a:normAutofit/>
          </a:bodyPr>
          <a:lstStyle>
            <a:lvl1pPr>
              <a:defRPr sz="3600"/>
            </a:lvl1pPr>
          </a:lstStyle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3"/>
          </p:nvPr>
        </p:nvSpPr>
        <p:spPr>
          <a:xfrm>
            <a:off x="1720644" y="3365557"/>
            <a:ext cx="8752299" cy="54896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411" y="4309919"/>
            <a:ext cx="9906002" cy="1489496"/>
          </a:xfrm>
        </p:spPr>
        <p:txBody>
          <a:bodyPr anchor="ctr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2EC9C91-2632-4F22-BFB1-62130C040863}" type="datetimeFigureOut">
              <a:rPr lang="bg-BG" smtClean="0"/>
              <a:t>7.5.2026 г.</a:t>
            </a:fld>
            <a:endParaRPr lang="bg-BG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bg-BG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29C84FF-1E36-4FBE-87DA-4B007E54F693}" type="slidenum">
              <a:rPr lang="bg-BG" smtClean="0"/>
              <a:t>‹#›</a:t>
            </a:fld>
            <a:endParaRPr lang="bg-BG"/>
          </a:p>
        </p:txBody>
      </p:sp>
      <p:sp>
        <p:nvSpPr>
          <p:cNvPr id="60" name="TextBox 59"/>
          <p:cNvSpPr txBox="1"/>
          <p:nvPr/>
        </p:nvSpPr>
        <p:spPr>
          <a:xfrm>
            <a:off x="903512" y="732394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  <a:latin typeface="+mj-lt"/>
                <a:ea typeface="+mj-ea"/>
                <a:cs typeface="Trebuchet MS"/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 algn="r"/>
            <a:r>
              <a:rPr lang="en-US" sz="8000" dirty="0">
                <a:solidFill>
                  <a:schemeClr val="tx1"/>
                </a:solidFill>
                <a:effectLst/>
              </a:rPr>
              <a:t>“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10537370" y="2764972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  <a:latin typeface="+mj-lt"/>
                <a:ea typeface="+mj-ea"/>
                <a:cs typeface="Trebuchet MS"/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 algn="r"/>
            <a:r>
              <a:rPr lang="en-US" sz="8000" dirty="0">
                <a:solidFill>
                  <a:schemeClr val="tx1"/>
                </a:solidFill>
                <a:effectLst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4020345426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0" y="2134041"/>
            <a:ext cx="9906001" cy="2511835"/>
          </a:xfrm>
        </p:spPr>
        <p:txBody>
          <a:bodyPr anchor="b">
            <a:normAutofit/>
          </a:bodyPr>
          <a:lstStyle>
            <a:lvl1pPr>
              <a:defRPr sz="3600"/>
            </a:lvl1pPr>
          </a:lstStyle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364" y="4657655"/>
            <a:ext cx="9904505" cy="1140644"/>
          </a:xfrm>
        </p:spPr>
        <p:txBody>
          <a:bodyPr anchor="t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2EC9C91-2632-4F22-BFB1-62130C040863}" type="datetimeFigureOut">
              <a:rPr lang="bg-BG" smtClean="0"/>
              <a:t>7.5.2026 г.</a:t>
            </a:fld>
            <a:endParaRPr lang="bg-BG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bg-BG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29C84FF-1E36-4FBE-87DA-4B007E54F693}" type="slidenum">
              <a:rPr lang="bg-BG" smtClean="0"/>
              <a:t>‹#›</a:t>
            </a:fld>
            <a:endParaRPr lang="bg-BG"/>
          </a:p>
        </p:txBody>
      </p:sp>
    </p:spTree>
    <p:extLst>
      <p:ext uri="{BB962C8B-B14F-4D97-AF65-F5344CB8AC3E}">
        <p14:creationId xmlns:p14="http://schemas.microsoft.com/office/powerpoint/2010/main" val="1689972197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itle 1"/>
          <p:cNvSpPr>
            <a:spLocks noGrp="1"/>
          </p:cNvSpPr>
          <p:nvPr>
            <p:ph type="title"/>
          </p:nvPr>
        </p:nvSpPr>
        <p:spPr>
          <a:xfrm>
            <a:off x="1141413" y="609600"/>
            <a:ext cx="9905998" cy="190500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7" name="Text Placeholder 2"/>
          <p:cNvSpPr>
            <a:spLocks noGrp="1"/>
          </p:cNvSpPr>
          <p:nvPr>
            <p:ph type="body" idx="1"/>
          </p:nvPr>
        </p:nvSpPr>
        <p:spPr>
          <a:xfrm>
            <a:off x="1141410" y="2674463"/>
            <a:ext cx="3196899" cy="685800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4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8" name="Text Placeholder 3"/>
          <p:cNvSpPr>
            <a:spLocks noGrp="1"/>
          </p:cNvSpPr>
          <p:nvPr>
            <p:ph type="body" sz="half" idx="15"/>
          </p:nvPr>
        </p:nvSpPr>
        <p:spPr>
          <a:xfrm>
            <a:off x="1127918" y="3360263"/>
            <a:ext cx="3208735" cy="2430936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9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514766" y="2677635"/>
            <a:ext cx="3184385" cy="685800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4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10" name="Text Placeholder 3"/>
          <p:cNvSpPr>
            <a:spLocks noGrp="1"/>
          </p:cNvSpPr>
          <p:nvPr>
            <p:ph type="body" sz="half" idx="16"/>
          </p:nvPr>
        </p:nvSpPr>
        <p:spPr>
          <a:xfrm>
            <a:off x="4504213" y="3363435"/>
            <a:ext cx="3195830" cy="2430936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11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852442" y="2674463"/>
            <a:ext cx="3194968" cy="685800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4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7"/>
          </p:nvPr>
        </p:nvSpPr>
        <p:spPr>
          <a:xfrm>
            <a:off x="7852442" y="3360263"/>
            <a:ext cx="3194968" cy="2430936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2EC9C91-2632-4F22-BFB1-62130C040863}" type="datetimeFigureOut">
              <a:rPr lang="bg-BG" smtClean="0"/>
              <a:t>7.5.2026 г.</a:t>
            </a:fld>
            <a:endParaRPr lang="bg-BG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bg-BG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29C84FF-1E36-4FBE-87DA-4B007E54F693}" type="slidenum">
              <a:rPr lang="bg-BG" smtClean="0"/>
              <a:t>‹#›</a:t>
            </a:fld>
            <a:endParaRPr lang="bg-BG"/>
          </a:p>
        </p:txBody>
      </p:sp>
    </p:spTree>
    <p:extLst>
      <p:ext uri="{BB962C8B-B14F-4D97-AF65-F5344CB8AC3E}">
        <p14:creationId xmlns:p14="http://schemas.microsoft.com/office/powerpoint/2010/main" val="804066804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Picture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Title 1"/>
          <p:cNvSpPr>
            <a:spLocks noGrp="1"/>
          </p:cNvSpPr>
          <p:nvPr>
            <p:ph type="title"/>
          </p:nvPr>
        </p:nvSpPr>
        <p:spPr>
          <a:xfrm>
            <a:off x="1141411" y="609600"/>
            <a:ext cx="9905999" cy="190500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19" name="Text Placeholder 2"/>
          <p:cNvSpPr>
            <a:spLocks noGrp="1"/>
          </p:cNvSpPr>
          <p:nvPr>
            <p:ph type="body" idx="1"/>
          </p:nvPr>
        </p:nvSpPr>
        <p:spPr>
          <a:xfrm>
            <a:off x="1141413" y="4404596"/>
            <a:ext cx="3195240" cy="576262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0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20" name="Picture Placeholder 2"/>
          <p:cNvSpPr>
            <a:spLocks noGrp="1" noChangeAspect="1"/>
          </p:cNvSpPr>
          <p:nvPr>
            <p:ph type="pic" idx="15"/>
          </p:nvPr>
        </p:nvSpPr>
        <p:spPr>
          <a:xfrm>
            <a:off x="1141413" y="2666998"/>
            <a:ext cx="3195240" cy="1524000"/>
          </a:xfrm>
          <a:prstGeom prst="round2DiagRect">
            <a:avLst/>
          </a:prstGeom>
          <a:ln w="19050" cap="sq">
            <a:solidFill>
              <a:schemeClr val="tx2">
                <a:lumMod val="60000"/>
                <a:lumOff val="40000"/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 sz="2000" dirty="0"/>
            </a:lvl1pPr>
          </a:lstStyle>
          <a:p>
            <a:pPr marL="0" lvl="0" indent="0">
              <a:buNone/>
            </a:pPr>
            <a:r>
              <a:rPr lang="en-US" smtClean="0"/>
              <a:t>Click icon to add picture</a:t>
            </a:r>
            <a:endParaRPr lang="en-US" dirty="0"/>
          </a:p>
        </p:txBody>
      </p:sp>
      <p:sp>
        <p:nvSpPr>
          <p:cNvPr id="21" name="Text Placeholder 3"/>
          <p:cNvSpPr>
            <a:spLocks noGrp="1"/>
          </p:cNvSpPr>
          <p:nvPr>
            <p:ph type="body" sz="half" idx="18"/>
          </p:nvPr>
        </p:nvSpPr>
        <p:spPr>
          <a:xfrm>
            <a:off x="1141413" y="4980858"/>
            <a:ext cx="3195240" cy="817843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22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489053" y="4404596"/>
            <a:ext cx="3200400" cy="576262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0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23" name="Picture Placeholder 2"/>
          <p:cNvSpPr>
            <a:spLocks noGrp="1" noChangeAspect="1"/>
          </p:cNvSpPr>
          <p:nvPr>
            <p:ph type="pic" idx="21"/>
          </p:nvPr>
        </p:nvSpPr>
        <p:spPr>
          <a:xfrm>
            <a:off x="4489053" y="2666998"/>
            <a:ext cx="3198940" cy="1524000"/>
          </a:xfrm>
          <a:prstGeom prst="round2DiagRect">
            <a:avLst/>
          </a:prstGeom>
          <a:ln w="19050" cap="sq">
            <a:solidFill>
              <a:schemeClr val="tx2">
                <a:lumMod val="60000"/>
                <a:lumOff val="40000"/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 sz="2000" dirty="0"/>
            </a:lvl1pPr>
          </a:lstStyle>
          <a:p>
            <a:pPr marL="0" lvl="0" indent="0">
              <a:buNone/>
            </a:pPr>
            <a:r>
              <a:rPr lang="en-US" smtClean="0"/>
              <a:t>Click icon to add picture</a:t>
            </a:r>
            <a:endParaRPr lang="en-US" dirty="0"/>
          </a:p>
        </p:txBody>
      </p:sp>
      <p:sp>
        <p:nvSpPr>
          <p:cNvPr id="24" name="Text Placeholder 3"/>
          <p:cNvSpPr>
            <a:spLocks noGrp="1"/>
          </p:cNvSpPr>
          <p:nvPr>
            <p:ph type="body" sz="half" idx="19"/>
          </p:nvPr>
        </p:nvSpPr>
        <p:spPr>
          <a:xfrm>
            <a:off x="4487593" y="4980857"/>
            <a:ext cx="3200400" cy="810342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25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852567" y="4404595"/>
            <a:ext cx="3190741" cy="576262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0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26" name="Picture Placeholder 2"/>
          <p:cNvSpPr>
            <a:spLocks noGrp="1" noChangeAspect="1"/>
          </p:cNvSpPr>
          <p:nvPr>
            <p:ph type="pic" idx="22"/>
          </p:nvPr>
        </p:nvSpPr>
        <p:spPr>
          <a:xfrm>
            <a:off x="7852442" y="2666998"/>
            <a:ext cx="3194969" cy="1524000"/>
          </a:xfrm>
          <a:prstGeom prst="round2DiagRect">
            <a:avLst/>
          </a:prstGeom>
          <a:ln w="19050" cap="sq">
            <a:solidFill>
              <a:schemeClr val="tx2">
                <a:lumMod val="60000"/>
                <a:lumOff val="40000"/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 sz="2000" dirty="0"/>
            </a:lvl1pPr>
          </a:lstStyle>
          <a:p>
            <a:pPr marL="0" lvl="0" indent="0">
              <a:buNone/>
            </a:pPr>
            <a:r>
              <a:rPr lang="en-US" smtClean="0"/>
              <a:t>Click icon to add picture</a:t>
            </a:r>
            <a:endParaRPr lang="en-US" dirty="0"/>
          </a:p>
        </p:txBody>
      </p:sp>
      <p:sp>
        <p:nvSpPr>
          <p:cNvPr id="27" name="Text Placeholder 3"/>
          <p:cNvSpPr>
            <a:spLocks noGrp="1"/>
          </p:cNvSpPr>
          <p:nvPr>
            <p:ph type="body" sz="half" idx="20"/>
          </p:nvPr>
        </p:nvSpPr>
        <p:spPr>
          <a:xfrm>
            <a:off x="7852442" y="4980854"/>
            <a:ext cx="3194968" cy="810345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2EC9C91-2632-4F22-BFB1-62130C040863}" type="datetimeFigureOut">
              <a:rPr lang="bg-BG" smtClean="0"/>
              <a:t>7.5.2026 г.</a:t>
            </a:fld>
            <a:endParaRPr lang="bg-BG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bg-BG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29C84FF-1E36-4FBE-87DA-4B007E54F693}" type="slidenum">
              <a:rPr lang="bg-BG" smtClean="0"/>
              <a:t>‹#›</a:t>
            </a:fld>
            <a:endParaRPr lang="bg-BG"/>
          </a:p>
        </p:txBody>
      </p:sp>
    </p:spTree>
    <p:extLst>
      <p:ext uri="{BB962C8B-B14F-4D97-AF65-F5344CB8AC3E}">
        <p14:creationId xmlns:p14="http://schemas.microsoft.com/office/powerpoint/2010/main" val="2472379323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anchor="t"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2EC9C91-2632-4F22-BFB1-62130C040863}" type="datetimeFigureOut">
              <a:rPr lang="bg-BG" smtClean="0"/>
              <a:t>7.5.2026 г.</a:t>
            </a:fld>
            <a:endParaRPr lang="bg-BG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bg-BG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29C84FF-1E36-4FBE-87DA-4B007E54F693}" type="slidenum">
              <a:rPr lang="bg-BG" smtClean="0"/>
              <a:t>‹#›</a:t>
            </a:fld>
            <a:endParaRPr lang="bg-BG"/>
          </a:p>
        </p:txBody>
      </p:sp>
    </p:spTree>
    <p:extLst>
      <p:ext uri="{BB962C8B-B14F-4D97-AF65-F5344CB8AC3E}">
        <p14:creationId xmlns:p14="http://schemas.microsoft.com/office/powerpoint/2010/main" val="485974191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9042400" y="609599"/>
            <a:ext cx="2005011" cy="5181601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141410" y="609599"/>
            <a:ext cx="7748590" cy="5181601"/>
          </a:xfrm>
        </p:spPr>
        <p:txBody>
          <a:bodyPr vert="eaVert"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2EC9C91-2632-4F22-BFB1-62130C040863}" type="datetimeFigureOut">
              <a:rPr lang="bg-BG" smtClean="0"/>
              <a:t>7.5.2026 г.</a:t>
            </a:fld>
            <a:endParaRPr lang="bg-BG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bg-BG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29C84FF-1E36-4FBE-87DA-4B007E54F693}" type="slidenum">
              <a:rPr lang="bg-BG" smtClean="0"/>
              <a:t>‹#›</a:t>
            </a:fld>
            <a:endParaRPr lang="bg-BG"/>
          </a:p>
        </p:txBody>
      </p:sp>
    </p:spTree>
    <p:extLst>
      <p:ext uri="{BB962C8B-B14F-4D97-AF65-F5344CB8AC3E}">
        <p14:creationId xmlns:p14="http://schemas.microsoft.com/office/powerpoint/2010/main" val="387061301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image" Target="../media/image2.png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2" descr="\\DROBO-FS\QuickDrops\JB\PPTX NG\Droplets\LightingOverlay.png"/>
          <p:cNvPicPr>
            <a:picLocks noChangeAspect="1" noChangeArrowheads="1"/>
          </p:cNvPicPr>
          <p:nvPr/>
        </p:nvPicPr>
        <p:blipFill>
          <a:blip r:embed="rId19">
            <a:alphaModFix amt="30000"/>
            <a:duotone>
              <a:prstClr val="black"/>
              <a:schemeClr val="tx2">
                <a:tint val="45000"/>
                <a:satMod val="400000"/>
              </a:schemeClr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-1"/>
            <a:ext cx="12192003" cy="6858001"/>
          </a:xfrm>
          <a:prstGeom prst="rect">
            <a:avLst/>
          </a:prstGeom>
          <a:noFill/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8" name="Group 7"/>
          <p:cNvGrpSpPr/>
          <p:nvPr/>
        </p:nvGrpSpPr>
        <p:grpSpPr>
          <a:xfrm>
            <a:off x="-14288" y="0"/>
            <a:ext cx="12053888" cy="6858001"/>
            <a:chOff x="-14288" y="0"/>
            <a:chExt cx="12053888" cy="6858001"/>
          </a:xfrm>
          <a:gradFill flip="none" rotWithShape="1">
            <a:gsLst>
              <a:gs pos="0">
                <a:schemeClr val="tx2"/>
              </a:gs>
              <a:gs pos="100000">
                <a:schemeClr val="tx2">
                  <a:lumMod val="50000"/>
                </a:schemeClr>
              </a:gs>
            </a:gsLst>
            <a:lin ang="5400000" scaled="0"/>
            <a:tileRect/>
          </a:gradFill>
        </p:grpSpPr>
        <p:grpSp>
          <p:nvGrpSpPr>
            <p:cNvPr id="9" name="Group 8"/>
            <p:cNvGrpSpPr/>
            <p:nvPr/>
          </p:nvGrpSpPr>
          <p:grpSpPr>
            <a:xfrm>
              <a:off x="-14288" y="0"/>
              <a:ext cx="1220788" cy="6858001"/>
              <a:chOff x="-14288" y="0"/>
              <a:chExt cx="1220788" cy="6858001"/>
            </a:xfrm>
            <a:grpFill/>
          </p:grpSpPr>
          <p:sp>
            <p:nvSpPr>
              <p:cNvPr id="21" name="Rectangle 5"/>
              <p:cNvSpPr>
                <a:spLocks noChangeArrowheads="1"/>
              </p:cNvSpPr>
              <p:nvPr/>
            </p:nvSpPr>
            <p:spPr bwMode="auto">
              <a:xfrm>
                <a:off x="114300" y="4763"/>
                <a:ext cx="23813" cy="2181225"/>
              </a:xfrm>
              <a:prstGeom prst="rect">
                <a:avLst/>
              </a:pr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</p:sp>
          <p:sp>
            <p:nvSpPr>
              <p:cNvPr id="22" name="Freeform 6"/>
              <p:cNvSpPr>
                <a:spLocks noEditPoints="1"/>
              </p:cNvSpPr>
              <p:nvPr/>
            </p:nvSpPr>
            <p:spPr bwMode="auto">
              <a:xfrm>
                <a:off x="33337" y="2176463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8" y="36"/>
                      <a:pt x="36" y="29"/>
                      <a:pt x="36" y="20"/>
                    </a:cubicBezTo>
                    <a:cubicBezTo>
                      <a:pt x="36" y="11"/>
                      <a:pt x="28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3" name="Freeform 7"/>
              <p:cNvSpPr>
                <a:spLocks noEditPoints="1"/>
              </p:cNvSpPr>
              <p:nvPr/>
            </p:nvSpPr>
            <p:spPr bwMode="auto">
              <a:xfrm>
                <a:off x="28575" y="4021138"/>
                <a:ext cx="190500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4" name="Freeform 8"/>
              <p:cNvSpPr/>
              <p:nvPr/>
            </p:nvSpPr>
            <p:spPr bwMode="auto">
              <a:xfrm>
                <a:off x="200025" y="4763"/>
                <a:ext cx="369888" cy="1811338"/>
              </a:xfrm>
              <a:custGeom>
                <a:avLst/>
                <a:gdLst/>
                <a:ahLst/>
                <a:cxnLst/>
                <a:rect l="0" t="0" r="r" b="b"/>
                <a:pathLst>
                  <a:path w="233" h="1141">
                    <a:moveTo>
                      <a:pt x="218" y="1141"/>
                    </a:moveTo>
                    <a:lnTo>
                      <a:pt x="0" y="626"/>
                    </a:lnTo>
                    <a:lnTo>
                      <a:pt x="0" y="0"/>
                    </a:lnTo>
                    <a:lnTo>
                      <a:pt x="15" y="0"/>
                    </a:lnTo>
                    <a:lnTo>
                      <a:pt x="15" y="623"/>
                    </a:lnTo>
                    <a:lnTo>
                      <a:pt x="233" y="1135"/>
                    </a:lnTo>
                    <a:lnTo>
                      <a:pt x="218" y="1141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5" name="Freeform 9"/>
              <p:cNvSpPr>
                <a:spLocks noEditPoints="1"/>
              </p:cNvSpPr>
              <p:nvPr/>
            </p:nvSpPr>
            <p:spPr bwMode="auto">
              <a:xfrm>
                <a:off x="503237" y="1801813"/>
                <a:ext cx="190500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3" y="0"/>
                      <a:pt x="40" y="6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8" y="36"/>
                      <a:pt x="36" y="29"/>
                      <a:pt x="36" y="20"/>
                    </a:cubicBezTo>
                    <a:cubicBezTo>
                      <a:pt x="36" y="9"/>
                      <a:pt x="31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6" name="Freeform 10"/>
              <p:cNvSpPr/>
              <p:nvPr/>
            </p:nvSpPr>
            <p:spPr bwMode="auto">
              <a:xfrm>
                <a:off x="285750" y="4763"/>
                <a:ext cx="369888" cy="1430338"/>
              </a:xfrm>
              <a:custGeom>
                <a:avLst/>
                <a:gdLst/>
                <a:ahLst/>
                <a:cxnLst/>
                <a:rect l="0" t="0" r="r" b="b"/>
                <a:pathLst>
                  <a:path w="233" h="901">
                    <a:moveTo>
                      <a:pt x="221" y="901"/>
                    </a:moveTo>
                    <a:lnTo>
                      <a:pt x="0" y="383"/>
                    </a:lnTo>
                    <a:lnTo>
                      <a:pt x="0" y="0"/>
                    </a:lnTo>
                    <a:lnTo>
                      <a:pt x="18" y="0"/>
                    </a:lnTo>
                    <a:lnTo>
                      <a:pt x="18" y="380"/>
                    </a:lnTo>
                    <a:lnTo>
                      <a:pt x="233" y="895"/>
                    </a:lnTo>
                    <a:lnTo>
                      <a:pt x="221" y="901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7" name="Freeform 11"/>
              <p:cNvSpPr/>
              <p:nvPr/>
            </p:nvSpPr>
            <p:spPr bwMode="auto">
              <a:xfrm>
                <a:off x="546100" y="0"/>
                <a:ext cx="152400" cy="912813"/>
              </a:xfrm>
              <a:custGeom>
                <a:avLst/>
                <a:gdLst/>
                <a:ahLst/>
                <a:cxnLst/>
                <a:rect l="0" t="0" r="r" b="b"/>
                <a:pathLst>
                  <a:path w="96" h="575">
                    <a:moveTo>
                      <a:pt x="96" y="575"/>
                    </a:moveTo>
                    <a:lnTo>
                      <a:pt x="78" y="575"/>
                    </a:lnTo>
                    <a:lnTo>
                      <a:pt x="78" y="192"/>
                    </a:lnTo>
                    <a:lnTo>
                      <a:pt x="0" y="6"/>
                    </a:lnTo>
                    <a:lnTo>
                      <a:pt x="15" y="0"/>
                    </a:lnTo>
                    <a:lnTo>
                      <a:pt x="96" y="189"/>
                    </a:lnTo>
                    <a:lnTo>
                      <a:pt x="96" y="575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8" name="Freeform 12"/>
              <p:cNvSpPr>
                <a:spLocks noEditPoints="1"/>
              </p:cNvSpPr>
              <p:nvPr/>
            </p:nvSpPr>
            <p:spPr bwMode="auto">
              <a:xfrm>
                <a:off x="588962" y="1420813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3" y="0"/>
                      <a:pt x="40" y="7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9"/>
                      <a:pt x="31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9" name="Freeform 13"/>
              <p:cNvSpPr>
                <a:spLocks noEditPoints="1"/>
              </p:cNvSpPr>
              <p:nvPr/>
            </p:nvSpPr>
            <p:spPr bwMode="auto">
              <a:xfrm>
                <a:off x="588962" y="903288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0" name="Freeform 14"/>
              <p:cNvSpPr/>
              <p:nvPr/>
            </p:nvSpPr>
            <p:spPr bwMode="auto">
              <a:xfrm>
                <a:off x="641350" y="0"/>
                <a:ext cx="422275" cy="527050"/>
              </a:xfrm>
              <a:custGeom>
                <a:avLst/>
                <a:gdLst/>
                <a:ahLst/>
                <a:cxnLst/>
                <a:rect l="0" t="0" r="r" b="b"/>
                <a:pathLst>
                  <a:path w="266" h="332">
                    <a:moveTo>
                      <a:pt x="257" y="332"/>
                    </a:moveTo>
                    <a:lnTo>
                      <a:pt x="48" y="123"/>
                    </a:lnTo>
                    <a:lnTo>
                      <a:pt x="0" y="6"/>
                    </a:lnTo>
                    <a:lnTo>
                      <a:pt x="15" y="0"/>
                    </a:lnTo>
                    <a:lnTo>
                      <a:pt x="63" y="114"/>
                    </a:lnTo>
                    <a:lnTo>
                      <a:pt x="266" y="320"/>
                    </a:lnTo>
                    <a:lnTo>
                      <a:pt x="257" y="332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1" name="Freeform 15"/>
              <p:cNvSpPr>
                <a:spLocks noEditPoints="1"/>
              </p:cNvSpPr>
              <p:nvPr/>
            </p:nvSpPr>
            <p:spPr bwMode="auto">
              <a:xfrm>
                <a:off x="1020762" y="488950"/>
                <a:ext cx="161925" cy="147638"/>
              </a:xfrm>
              <a:custGeom>
                <a:avLst/>
                <a:gdLst/>
                <a:ahLst/>
                <a:cxnLst/>
                <a:rect l="0" t="0" r="r" b="b"/>
                <a:pathLst>
                  <a:path w="34" h="31">
                    <a:moveTo>
                      <a:pt x="17" y="31"/>
                    </a:moveTo>
                    <a:cubicBezTo>
                      <a:pt x="13" y="31"/>
                      <a:pt x="9" y="30"/>
                      <a:pt x="6" y="27"/>
                    </a:cubicBezTo>
                    <a:cubicBezTo>
                      <a:pt x="0" y="20"/>
                      <a:pt x="0" y="10"/>
                      <a:pt x="6" y="4"/>
                    </a:cubicBezTo>
                    <a:cubicBezTo>
                      <a:pt x="9" y="1"/>
                      <a:pt x="13" y="0"/>
                      <a:pt x="17" y="0"/>
                    </a:cubicBezTo>
                    <a:cubicBezTo>
                      <a:pt x="21" y="0"/>
                      <a:pt x="25" y="1"/>
                      <a:pt x="28" y="4"/>
                    </a:cubicBezTo>
                    <a:cubicBezTo>
                      <a:pt x="34" y="10"/>
                      <a:pt x="34" y="20"/>
                      <a:pt x="28" y="27"/>
                    </a:cubicBezTo>
                    <a:cubicBezTo>
                      <a:pt x="25" y="30"/>
                      <a:pt x="21" y="31"/>
                      <a:pt x="17" y="31"/>
                    </a:cubicBezTo>
                    <a:close/>
                    <a:moveTo>
                      <a:pt x="17" y="4"/>
                    </a:moveTo>
                    <a:cubicBezTo>
                      <a:pt x="14" y="4"/>
                      <a:pt x="11" y="5"/>
                      <a:pt x="9" y="7"/>
                    </a:cubicBezTo>
                    <a:cubicBezTo>
                      <a:pt x="4" y="12"/>
                      <a:pt x="4" y="19"/>
                      <a:pt x="9" y="24"/>
                    </a:cubicBezTo>
                    <a:cubicBezTo>
                      <a:pt x="11" y="26"/>
                      <a:pt x="14" y="27"/>
                      <a:pt x="17" y="27"/>
                    </a:cubicBezTo>
                    <a:cubicBezTo>
                      <a:pt x="20" y="27"/>
                      <a:pt x="23" y="26"/>
                      <a:pt x="25" y="24"/>
                    </a:cubicBezTo>
                    <a:cubicBezTo>
                      <a:pt x="30" y="19"/>
                      <a:pt x="30" y="12"/>
                      <a:pt x="25" y="7"/>
                    </a:cubicBezTo>
                    <a:cubicBezTo>
                      <a:pt x="23" y="5"/>
                      <a:pt x="20" y="4"/>
                      <a:pt x="17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2" name="Line 16"/>
              <p:cNvSpPr>
                <a:spLocks noChangeShapeType="1"/>
              </p:cNvSpPr>
              <p:nvPr/>
            </p:nvSpPr>
            <p:spPr bwMode="auto">
              <a:xfrm>
                <a:off x="-4763" y="9525"/>
                <a:ext cx="0" cy="0"/>
              </a:xfrm>
              <a:prstGeom prst="line">
                <a:avLst/>
              </a:prstGeom>
              <a:grpFill/>
              <a:ln w="15" cap="flat">
                <a:solidFill>
                  <a:srgbClr val="FFFFFF"/>
                </a:solidFill>
                <a:prstDash val="solid"/>
                <a:miter lim="800000"/>
                <a:headEnd/>
                <a:tailEnd/>
              </a:ln>
            </p:spPr>
          </p:sp>
          <p:sp>
            <p:nvSpPr>
              <p:cNvPr id="33" name="Freeform 17"/>
              <p:cNvSpPr/>
              <p:nvPr/>
            </p:nvSpPr>
            <p:spPr bwMode="auto">
              <a:xfrm>
                <a:off x="9525" y="1801813"/>
                <a:ext cx="123825" cy="127000"/>
              </a:xfrm>
              <a:custGeom>
                <a:avLst/>
                <a:gdLst/>
                <a:ahLst/>
                <a:cxnLst/>
                <a:rect l="0" t="0" r="r" b="b"/>
                <a:pathLst>
                  <a:path w="78" h="80">
                    <a:moveTo>
                      <a:pt x="6" y="80"/>
                    </a:moveTo>
                    <a:lnTo>
                      <a:pt x="0" y="71"/>
                    </a:lnTo>
                    <a:lnTo>
                      <a:pt x="69" y="0"/>
                    </a:lnTo>
                    <a:lnTo>
                      <a:pt x="78" y="9"/>
                    </a:lnTo>
                    <a:lnTo>
                      <a:pt x="6" y="8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4" name="Freeform 18"/>
              <p:cNvSpPr/>
              <p:nvPr/>
            </p:nvSpPr>
            <p:spPr bwMode="auto">
              <a:xfrm>
                <a:off x="-9525" y="3549650"/>
                <a:ext cx="147638" cy="481013"/>
              </a:xfrm>
              <a:custGeom>
                <a:avLst/>
                <a:gdLst/>
                <a:ahLst/>
                <a:cxnLst/>
                <a:rect l="0" t="0" r="r" b="b"/>
                <a:pathLst>
                  <a:path w="93" h="303">
                    <a:moveTo>
                      <a:pt x="93" y="303"/>
                    </a:moveTo>
                    <a:lnTo>
                      <a:pt x="78" y="303"/>
                    </a:lnTo>
                    <a:lnTo>
                      <a:pt x="78" y="78"/>
                    </a:lnTo>
                    <a:lnTo>
                      <a:pt x="0" y="12"/>
                    </a:lnTo>
                    <a:lnTo>
                      <a:pt x="12" y="0"/>
                    </a:lnTo>
                    <a:lnTo>
                      <a:pt x="93" y="69"/>
                    </a:lnTo>
                    <a:lnTo>
                      <a:pt x="93" y="303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5" name="Freeform 19"/>
              <p:cNvSpPr/>
              <p:nvPr/>
            </p:nvSpPr>
            <p:spPr bwMode="auto">
              <a:xfrm>
                <a:off x="128587" y="1382713"/>
                <a:ext cx="142875" cy="476250"/>
              </a:xfrm>
              <a:custGeom>
                <a:avLst/>
                <a:gdLst/>
                <a:ahLst/>
                <a:cxnLst/>
                <a:rect l="0" t="0" r="r" b="b"/>
                <a:pathLst>
                  <a:path w="90" h="300">
                    <a:moveTo>
                      <a:pt x="90" y="300"/>
                    </a:moveTo>
                    <a:lnTo>
                      <a:pt x="78" y="300"/>
                    </a:lnTo>
                    <a:lnTo>
                      <a:pt x="78" y="84"/>
                    </a:lnTo>
                    <a:lnTo>
                      <a:pt x="0" y="9"/>
                    </a:lnTo>
                    <a:lnTo>
                      <a:pt x="9" y="0"/>
                    </a:lnTo>
                    <a:lnTo>
                      <a:pt x="90" y="81"/>
                    </a:lnTo>
                    <a:lnTo>
                      <a:pt x="90" y="30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6" name="Freeform 20"/>
              <p:cNvSpPr>
                <a:spLocks noEditPoints="1"/>
              </p:cNvSpPr>
              <p:nvPr/>
            </p:nvSpPr>
            <p:spPr bwMode="auto">
              <a:xfrm>
                <a:off x="204787" y="1849438"/>
                <a:ext cx="114300" cy="107950"/>
              </a:xfrm>
              <a:custGeom>
                <a:avLst/>
                <a:gdLst/>
                <a:ahLst/>
                <a:cxnLst/>
                <a:rect l="0" t="0" r="r" b="b"/>
                <a:pathLst>
                  <a:path w="24" h="23">
                    <a:moveTo>
                      <a:pt x="12" y="23"/>
                    </a:moveTo>
                    <a:cubicBezTo>
                      <a:pt x="6" y="23"/>
                      <a:pt x="0" y="18"/>
                      <a:pt x="0" y="12"/>
                    </a:cubicBezTo>
                    <a:cubicBezTo>
                      <a:pt x="0" y="5"/>
                      <a:pt x="6" y="0"/>
                      <a:pt x="12" y="0"/>
                    </a:cubicBezTo>
                    <a:cubicBezTo>
                      <a:pt x="18" y="0"/>
                      <a:pt x="24" y="5"/>
                      <a:pt x="24" y="12"/>
                    </a:cubicBezTo>
                    <a:cubicBezTo>
                      <a:pt x="24" y="18"/>
                      <a:pt x="18" y="23"/>
                      <a:pt x="12" y="23"/>
                    </a:cubicBezTo>
                    <a:close/>
                    <a:moveTo>
                      <a:pt x="12" y="4"/>
                    </a:moveTo>
                    <a:cubicBezTo>
                      <a:pt x="8" y="4"/>
                      <a:pt x="4" y="8"/>
                      <a:pt x="4" y="12"/>
                    </a:cubicBezTo>
                    <a:cubicBezTo>
                      <a:pt x="4" y="16"/>
                      <a:pt x="8" y="19"/>
                      <a:pt x="12" y="19"/>
                    </a:cubicBezTo>
                    <a:cubicBezTo>
                      <a:pt x="16" y="19"/>
                      <a:pt x="20" y="16"/>
                      <a:pt x="20" y="12"/>
                    </a:cubicBezTo>
                    <a:cubicBezTo>
                      <a:pt x="20" y="8"/>
                      <a:pt x="16" y="4"/>
                      <a:pt x="12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7" name="Rectangle 21"/>
              <p:cNvSpPr>
                <a:spLocks noChangeArrowheads="1"/>
              </p:cNvSpPr>
              <p:nvPr/>
            </p:nvSpPr>
            <p:spPr bwMode="auto">
              <a:xfrm>
                <a:off x="133350" y="4662488"/>
                <a:ext cx="23813" cy="2181225"/>
              </a:xfrm>
              <a:prstGeom prst="rect">
                <a:avLst/>
              </a:pr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</p:sp>
          <p:sp>
            <p:nvSpPr>
              <p:cNvPr id="38" name="Freeform 22"/>
              <p:cNvSpPr/>
              <p:nvPr/>
            </p:nvSpPr>
            <p:spPr bwMode="auto">
              <a:xfrm>
                <a:off x="223837" y="5041900"/>
                <a:ext cx="369888" cy="1801813"/>
              </a:xfrm>
              <a:custGeom>
                <a:avLst/>
                <a:gdLst/>
                <a:ahLst/>
                <a:cxnLst/>
                <a:rect l="0" t="0" r="r" b="b"/>
                <a:pathLst>
                  <a:path w="233" h="1135">
                    <a:moveTo>
                      <a:pt x="15" y="1135"/>
                    </a:moveTo>
                    <a:lnTo>
                      <a:pt x="0" y="1135"/>
                    </a:lnTo>
                    <a:lnTo>
                      <a:pt x="0" y="515"/>
                    </a:lnTo>
                    <a:lnTo>
                      <a:pt x="0" y="512"/>
                    </a:lnTo>
                    <a:lnTo>
                      <a:pt x="218" y="0"/>
                    </a:lnTo>
                    <a:lnTo>
                      <a:pt x="233" y="6"/>
                    </a:lnTo>
                    <a:lnTo>
                      <a:pt x="15" y="518"/>
                    </a:lnTo>
                    <a:lnTo>
                      <a:pt x="15" y="1135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9" name="Freeform 23"/>
              <p:cNvSpPr>
                <a:spLocks noEditPoints="1"/>
              </p:cNvSpPr>
              <p:nvPr/>
            </p:nvSpPr>
            <p:spPr bwMode="auto">
              <a:xfrm>
                <a:off x="52387" y="4481513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8" y="36"/>
                      <a:pt x="36" y="29"/>
                      <a:pt x="36" y="20"/>
                    </a:cubicBezTo>
                    <a:cubicBezTo>
                      <a:pt x="36" y="11"/>
                      <a:pt x="28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0" name="Freeform 24"/>
              <p:cNvSpPr/>
              <p:nvPr/>
            </p:nvSpPr>
            <p:spPr bwMode="auto">
              <a:xfrm>
                <a:off x="-14288" y="5627688"/>
                <a:ext cx="85725" cy="1216025"/>
              </a:xfrm>
              <a:custGeom>
                <a:avLst/>
                <a:gdLst/>
                <a:ahLst/>
                <a:cxnLst/>
                <a:rect l="0" t="0" r="r" b="b"/>
                <a:pathLst>
                  <a:path w="54" h="766">
                    <a:moveTo>
                      <a:pt x="54" y="766"/>
                    </a:moveTo>
                    <a:lnTo>
                      <a:pt x="36" y="766"/>
                    </a:lnTo>
                    <a:lnTo>
                      <a:pt x="36" y="149"/>
                    </a:lnTo>
                    <a:lnTo>
                      <a:pt x="0" y="3"/>
                    </a:lnTo>
                    <a:lnTo>
                      <a:pt x="18" y="0"/>
                    </a:lnTo>
                    <a:lnTo>
                      <a:pt x="54" y="146"/>
                    </a:lnTo>
                    <a:lnTo>
                      <a:pt x="54" y="766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1" name="Freeform 25"/>
              <p:cNvSpPr>
                <a:spLocks noEditPoints="1"/>
              </p:cNvSpPr>
              <p:nvPr/>
            </p:nvSpPr>
            <p:spPr bwMode="auto">
              <a:xfrm>
                <a:off x="527050" y="4867275"/>
                <a:ext cx="190500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2" name="Freeform 26"/>
              <p:cNvSpPr/>
              <p:nvPr/>
            </p:nvSpPr>
            <p:spPr bwMode="auto">
              <a:xfrm>
                <a:off x="309562" y="5422900"/>
                <a:ext cx="374650" cy="1425575"/>
              </a:xfrm>
              <a:custGeom>
                <a:avLst/>
                <a:gdLst/>
                <a:ahLst/>
                <a:cxnLst/>
                <a:rect l="0" t="0" r="r" b="b"/>
                <a:pathLst>
                  <a:path w="236" h="898">
                    <a:moveTo>
                      <a:pt x="18" y="898"/>
                    </a:moveTo>
                    <a:lnTo>
                      <a:pt x="0" y="898"/>
                    </a:lnTo>
                    <a:lnTo>
                      <a:pt x="0" y="515"/>
                    </a:lnTo>
                    <a:lnTo>
                      <a:pt x="3" y="512"/>
                    </a:lnTo>
                    <a:lnTo>
                      <a:pt x="221" y="0"/>
                    </a:lnTo>
                    <a:lnTo>
                      <a:pt x="236" y="6"/>
                    </a:lnTo>
                    <a:lnTo>
                      <a:pt x="18" y="518"/>
                    </a:lnTo>
                    <a:lnTo>
                      <a:pt x="18" y="898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3" name="Freeform 27"/>
              <p:cNvSpPr/>
              <p:nvPr/>
            </p:nvSpPr>
            <p:spPr bwMode="auto">
              <a:xfrm>
                <a:off x="569912" y="5945188"/>
                <a:ext cx="152400" cy="912813"/>
              </a:xfrm>
              <a:custGeom>
                <a:avLst/>
                <a:gdLst/>
                <a:ahLst/>
                <a:cxnLst/>
                <a:rect l="0" t="0" r="r" b="b"/>
                <a:pathLst>
                  <a:path w="96" h="575">
                    <a:moveTo>
                      <a:pt x="15" y="575"/>
                    </a:moveTo>
                    <a:lnTo>
                      <a:pt x="0" y="569"/>
                    </a:lnTo>
                    <a:lnTo>
                      <a:pt x="81" y="383"/>
                    </a:lnTo>
                    <a:lnTo>
                      <a:pt x="81" y="0"/>
                    </a:lnTo>
                    <a:lnTo>
                      <a:pt x="96" y="0"/>
                    </a:lnTo>
                    <a:lnTo>
                      <a:pt x="96" y="386"/>
                    </a:lnTo>
                    <a:lnTo>
                      <a:pt x="15" y="575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4" name="Freeform 28"/>
              <p:cNvSpPr>
                <a:spLocks noEditPoints="1"/>
              </p:cNvSpPr>
              <p:nvPr/>
            </p:nvSpPr>
            <p:spPr bwMode="auto">
              <a:xfrm>
                <a:off x="612775" y="5246688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5" name="Freeform 29"/>
              <p:cNvSpPr>
                <a:spLocks noEditPoints="1"/>
              </p:cNvSpPr>
              <p:nvPr/>
            </p:nvSpPr>
            <p:spPr bwMode="auto">
              <a:xfrm>
                <a:off x="612775" y="5764213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6" name="Freeform 30"/>
              <p:cNvSpPr/>
              <p:nvPr/>
            </p:nvSpPr>
            <p:spPr bwMode="auto">
              <a:xfrm>
                <a:off x="669925" y="6330950"/>
                <a:ext cx="417513" cy="517525"/>
              </a:xfrm>
              <a:custGeom>
                <a:avLst/>
                <a:gdLst/>
                <a:ahLst/>
                <a:cxnLst/>
                <a:rect l="0" t="0" r="r" b="b"/>
                <a:pathLst>
                  <a:path w="263" h="326">
                    <a:moveTo>
                      <a:pt x="15" y="326"/>
                    </a:moveTo>
                    <a:lnTo>
                      <a:pt x="0" y="320"/>
                    </a:lnTo>
                    <a:lnTo>
                      <a:pt x="45" y="206"/>
                    </a:lnTo>
                    <a:lnTo>
                      <a:pt x="48" y="206"/>
                    </a:lnTo>
                    <a:lnTo>
                      <a:pt x="254" y="0"/>
                    </a:lnTo>
                    <a:lnTo>
                      <a:pt x="263" y="12"/>
                    </a:lnTo>
                    <a:lnTo>
                      <a:pt x="60" y="215"/>
                    </a:lnTo>
                    <a:lnTo>
                      <a:pt x="15" y="326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7" name="Freeform 31"/>
              <p:cNvSpPr>
                <a:spLocks noEditPoints="1"/>
              </p:cNvSpPr>
              <p:nvPr/>
            </p:nvSpPr>
            <p:spPr bwMode="auto">
              <a:xfrm>
                <a:off x="1049337" y="6221413"/>
                <a:ext cx="157163" cy="147638"/>
              </a:xfrm>
              <a:custGeom>
                <a:avLst/>
                <a:gdLst/>
                <a:ahLst/>
                <a:cxnLst/>
                <a:rect l="0" t="0" r="r" b="b"/>
                <a:pathLst>
                  <a:path w="33" h="31">
                    <a:moveTo>
                      <a:pt x="16" y="31"/>
                    </a:moveTo>
                    <a:cubicBezTo>
                      <a:pt x="12" y="31"/>
                      <a:pt x="8" y="29"/>
                      <a:pt x="5" y="26"/>
                    </a:cubicBezTo>
                    <a:cubicBezTo>
                      <a:pt x="2" y="24"/>
                      <a:pt x="0" y="20"/>
                      <a:pt x="0" y="15"/>
                    </a:cubicBezTo>
                    <a:cubicBezTo>
                      <a:pt x="0" y="11"/>
                      <a:pt x="2" y="7"/>
                      <a:pt x="5" y="4"/>
                    </a:cubicBezTo>
                    <a:cubicBezTo>
                      <a:pt x="8" y="1"/>
                      <a:pt x="12" y="0"/>
                      <a:pt x="16" y="0"/>
                    </a:cubicBezTo>
                    <a:cubicBezTo>
                      <a:pt x="20" y="0"/>
                      <a:pt x="24" y="1"/>
                      <a:pt x="27" y="4"/>
                    </a:cubicBezTo>
                    <a:cubicBezTo>
                      <a:pt x="33" y="10"/>
                      <a:pt x="33" y="20"/>
                      <a:pt x="27" y="26"/>
                    </a:cubicBezTo>
                    <a:cubicBezTo>
                      <a:pt x="24" y="29"/>
                      <a:pt x="20" y="31"/>
                      <a:pt x="16" y="31"/>
                    </a:cubicBezTo>
                    <a:close/>
                    <a:moveTo>
                      <a:pt x="16" y="4"/>
                    </a:moveTo>
                    <a:cubicBezTo>
                      <a:pt x="13" y="4"/>
                      <a:pt x="10" y="5"/>
                      <a:pt x="8" y="7"/>
                    </a:cubicBezTo>
                    <a:cubicBezTo>
                      <a:pt x="6" y="9"/>
                      <a:pt x="4" y="12"/>
                      <a:pt x="4" y="15"/>
                    </a:cubicBezTo>
                    <a:cubicBezTo>
                      <a:pt x="4" y="19"/>
                      <a:pt x="6" y="21"/>
                      <a:pt x="8" y="24"/>
                    </a:cubicBezTo>
                    <a:cubicBezTo>
                      <a:pt x="10" y="26"/>
                      <a:pt x="13" y="27"/>
                      <a:pt x="16" y="27"/>
                    </a:cubicBezTo>
                    <a:cubicBezTo>
                      <a:pt x="19" y="27"/>
                      <a:pt x="22" y="26"/>
                      <a:pt x="24" y="24"/>
                    </a:cubicBezTo>
                    <a:cubicBezTo>
                      <a:pt x="29" y="19"/>
                      <a:pt x="29" y="12"/>
                      <a:pt x="24" y="7"/>
                    </a:cubicBezTo>
                    <a:cubicBezTo>
                      <a:pt x="22" y="5"/>
                      <a:pt x="19" y="4"/>
                      <a:pt x="16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</p:grpSp>
        <p:grpSp>
          <p:nvGrpSpPr>
            <p:cNvPr id="10" name="Group 9"/>
            <p:cNvGrpSpPr/>
            <p:nvPr/>
          </p:nvGrpSpPr>
          <p:grpSpPr>
            <a:xfrm>
              <a:off x="11364912" y="0"/>
              <a:ext cx="674688" cy="6848476"/>
              <a:chOff x="11364912" y="0"/>
              <a:chExt cx="674688" cy="6848476"/>
            </a:xfrm>
            <a:grpFill/>
          </p:grpSpPr>
          <p:sp>
            <p:nvSpPr>
              <p:cNvPr id="11" name="Freeform 32"/>
              <p:cNvSpPr/>
              <p:nvPr/>
            </p:nvSpPr>
            <p:spPr bwMode="auto">
              <a:xfrm>
                <a:off x="11483975" y="0"/>
                <a:ext cx="417513" cy="512763"/>
              </a:xfrm>
              <a:custGeom>
                <a:avLst/>
                <a:gdLst/>
                <a:ahLst/>
                <a:cxnLst/>
                <a:rect l="0" t="0" r="r" b="b"/>
                <a:pathLst>
                  <a:path w="263" h="323">
                    <a:moveTo>
                      <a:pt x="12" y="323"/>
                    </a:moveTo>
                    <a:lnTo>
                      <a:pt x="0" y="314"/>
                    </a:lnTo>
                    <a:lnTo>
                      <a:pt x="203" y="108"/>
                    </a:lnTo>
                    <a:lnTo>
                      <a:pt x="248" y="0"/>
                    </a:lnTo>
                    <a:lnTo>
                      <a:pt x="263" y="6"/>
                    </a:lnTo>
                    <a:lnTo>
                      <a:pt x="218" y="117"/>
                    </a:lnTo>
                    <a:lnTo>
                      <a:pt x="218" y="117"/>
                    </a:lnTo>
                    <a:lnTo>
                      <a:pt x="12" y="323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2" name="Freeform 33"/>
              <p:cNvSpPr>
                <a:spLocks noEditPoints="1"/>
              </p:cNvSpPr>
              <p:nvPr/>
            </p:nvSpPr>
            <p:spPr bwMode="auto">
              <a:xfrm>
                <a:off x="11364912" y="474663"/>
                <a:ext cx="157163" cy="152400"/>
              </a:xfrm>
              <a:custGeom>
                <a:avLst/>
                <a:gdLst/>
                <a:ahLst/>
                <a:cxnLst/>
                <a:rect l="0" t="0" r="r" b="b"/>
                <a:pathLst>
                  <a:path w="33" h="32">
                    <a:moveTo>
                      <a:pt x="17" y="32"/>
                    </a:moveTo>
                    <a:cubicBezTo>
                      <a:pt x="13" y="32"/>
                      <a:pt x="9" y="30"/>
                      <a:pt x="6" y="27"/>
                    </a:cubicBezTo>
                    <a:cubicBezTo>
                      <a:pt x="0" y="21"/>
                      <a:pt x="0" y="11"/>
                      <a:pt x="6" y="5"/>
                    </a:cubicBezTo>
                    <a:cubicBezTo>
                      <a:pt x="9" y="2"/>
                      <a:pt x="13" y="0"/>
                      <a:pt x="17" y="0"/>
                    </a:cubicBezTo>
                    <a:cubicBezTo>
                      <a:pt x="21" y="0"/>
                      <a:pt x="25" y="2"/>
                      <a:pt x="28" y="5"/>
                    </a:cubicBezTo>
                    <a:cubicBezTo>
                      <a:pt x="31" y="8"/>
                      <a:pt x="33" y="12"/>
                      <a:pt x="33" y="16"/>
                    </a:cubicBezTo>
                    <a:cubicBezTo>
                      <a:pt x="33" y="20"/>
                      <a:pt x="31" y="24"/>
                      <a:pt x="28" y="27"/>
                    </a:cubicBezTo>
                    <a:cubicBezTo>
                      <a:pt x="25" y="30"/>
                      <a:pt x="21" y="32"/>
                      <a:pt x="17" y="32"/>
                    </a:cubicBezTo>
                    <a:close/>
                    <a:moveTo>
                      <a:pt x="17" y="4"/>
                    </a:moveTo>
                    <a:cubicBezTo>
                      <a:pt x="14" y="4"/>
                      <a:pt x="11" y="6"/>
                      <a:pt x="9" y="8"/>
                    </a:cubicBezTo>
                    <a:cubicBezTo>
                      <a:pt x="4" y="12"/>
                      <a:pt x="4" y="20"/>
                      <a:pt x="9" y="24"/>
                    </a:cubicBezTo>
                    <a:cubicBezTo>
                      <a:pt x="11" y="27"/>
                      <a:pt x="14" y="28"/>
                      <a:pt x="17" y="28"/>
                    </a:cubicBezTo>
                    <a:cubicBezTo>
                      <a:pt x="20" y="28"/>
                      <a:pt x="23" y="27"/>
                      <a:pt x="26" y="24"/>
                    </a:cubicBezTo>
                    <a:cubicBezTo>
                      <a:pt x="30" y="20"/>
                      <a:pt x="30" y="12"/>
                      <a:pt x="26" y="8"/>
                    </a:cubicBezTo>
                    <a:cubicBezTo>
                      <a:pt x="23" y="6"/>
                      <a:pt x="20" y="4"/>
                      <a:pt x="17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3" name="Freeform 34"/>
              <p:cNvSpPr>
                <a:spLocks noEditPoints="1"/>
              </p:cNvSpPr>
              <p:nvPr/>
            </p:nvSpPr>
            <p:spPr bwMode="auto">
              <a:xfrm>
                <a:off x="11631612" y="1539875"/>
                <a:ext cx="188913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4" name="Freeform 35"/>
              <p:cNvSpPr/>
              <p:nvPr/>
            </p:nvSpPr>
            <p:spPr bwMode="auto">
              <a:xfrm>
                <a:off x="11531600" y="5694363"/>
                <a:ext cx="298450" cy="1154113"/>
              </a:xfrm>
              <a:custGeom>
                <a:avLst/>
                <a:gdLst/>
                <a:ahLst/>
                <a:cxnLst/>
                <a:rect l="0" t="0" r="r" b="b"/>
                <a:pathLst>
                  <a:path w="188" h="727">
                    <a:moveTo>
                      <a:pt x="15" y="727"/>
                    </a:moveTo>
                    <a:lnTo>
                      <a:pt x="0" y="727"/>
                    </a:lnTo>
                    <a:lnTo>
                      <a:pt x="0" y="407"/>
                    </a:lnTo>
                    <a:lnTo>
                      <a:pt x="0" y="407"/>
                    </a:lnTo>
                    <a:lnTo>
                      <a:pt x="176" y="0"/>
                    </a:lnTo>
                    <a:lnTo>
                      <a:pt x="188" y="6"/>
                    </a:lnTo>
                    <a:lnTo>
                      <a:pt x="15" y="410"/>
                    </a:lnTo>
                    <a:lnTo>
                      <a:pt x="15" y="727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5" name="Freeform 36"/>
              <p:cNvSpPr>
                <a:spLocks noEditPoints="1"/>
              </p:cNvSpPr>
              <p:nvPr/>
            </p:nvSpPr>
            <p:spPr bwMode="auto">
              <a:xfrm>
                <a:off x="11772900" y="5551488"/>
                <a:ext cx="157163" cy="155575"/>
              </a:xfrm>
              <a:custGeom>
                <a:avLst/>
                <a:gdLst/>
                <a:ahLst/>
                <a:cxnLst/>
                <a:rect l="0" t="0" r="r" b="b"/>
                <a:pathLst>
                  <a:path w="33" h="33">
                    <a:moveTo>
                      <a:pt x="17" y="33"/>
                    </a:moveTo>
                    <a:cubicBezTo>
                      <a:pt x="8" y="33"/>
                      <a:pt x="0" y="25"/>
                      <a:pt x="0" y="16"/>
                    </a:cubicBezTo>
                    <a:cubicBezTo>
                      <a:pt x="0" y="7"/>
                      <a:pt x="8" y="0"/>
                      <a:pt x="17" y="0"/>
                    </a:cubicBezTo>
                    <a:cubicBezTo>
                      <a:pt x="26" y="0"/>
                      <a:pt x="33" y="7"/>
                      <a:pt x="33" y="16"/>
                    </a:cubicBezTo>
                    <a:cubicBezTo>
                      <a:pt x="33" y="25"/>
                      <a:pt x="26" y="33"/>
                      <a:pt x="17" y="33"/>
                    </a:cubicBezTo>
                    <a:close/>
                    <a:moveTo>
                      <a:pt x="17" y="4"/>
                    </a:moveTo>
                    <a:cubicBezTo>
                      <a:pt x="10" y="4"/>
                      <a:pt x="4" y="9"/>
                      <a:pt x="4" y="16"/>
                    </a:cubicBezTo>
                    <a:cubicBezTo>
                      <a:pt x="4" y="23"/>
                      <a:pt x="10" y="29"/>
                      <a:pt x="17" y="29"/>
                    </a:cubicBezTo>
                    <a:cubicBezTo>
                      <a:pt x="23" y="29"/>
                      <a:pt x="29" y="23"/>
                      <a:pt x="29" y="16"/>
                    </a:cubicBezTo>
                    <a:cubicBezTo>
                      <a:pt x="29" y="9"/>
                      <a:pt x="23" y="4"/>
                      <a:pt x="17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6" name="Freeform 37"/>
              <p:cNvSpPr/>
              <p:nvPr/>
            </p:nvSpPr>
            <p:spPr bwMode="auto">
              <a:xfrm>
                <a:off x="11710987" y="4763"/>
                <a:ext cx="304800" cy="1544638"/>
              </a:xfrm>
              <a:custGeom>
                <a:avLst/>
                <a:gdLst/>
                <a:ahLst/>
                <a:cxnLst/>
                <a:rect l="0" t="0" r="r" b="b"/>
                <a:pathLst>
                  <a:path w="192" h="973">
                    <a:moveTo>
                      <a:pt x="15" y="973"/>
                    </a:moveTo>
                    <a:lnTo>
                      <a:pt x="0" y="973"/>
                    </a:lnTo>
                    <a:lnTo>
                      <a:pt x="0" y="790"/>
                    </a:lnTo>
                    <a:lnTo>
                      <a:pt x="174" y="614"/>
                    </a:lnTo>
                    <a:lnTo>
                      <a:pt x="174" y="0"/>
                    </a:lnTo>
                    <a:lnTo>
                      <a:pt x="192" y="0"/>
                    </a:lnTo>
                    <a:lnTo>
                      <a:pt x="192" y="620"/>
                    </a:lnTo>
                    <a:lnTo>
                      <a:pt x="15" y="796"/>
                    </a:lnTo>
                    <a:lnTo>
                      <a:pt x="15" y="973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7" name="Freeform 38"/>
              <p:cNvSpPr>
                <a:spLocks noEditPoints="1"/>
              </p:cNvSpPr>
              <p:nvPr/>
            </p:nvSpPr>
            <p:spPr bwMode="auto">
              <a:xfrm>
                <a:off x="11636375" y="4867275"/>
                <a:ext cx="188913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8" name="Freeform 39"/>
              <p:cNvSpPr/>
              <p:nvPr/>
            </p:nvSpPr>
            <p:spPr bwMode="auto">
              <a:xfrm>
                <a:off x="11441112" y="5046663"/>
                <a:ext cx="307975" cy="1801813"/>
              </a:xfrm>
              <a:custGeom>
                <a:avLst/>
                <a:gdLst/>
                <a:ahLst/>
                <a:cxnLst/>
                <a:rect l="0" t="0" r="r" b="b"/>
                <a:pathLst>
                  <a:path w="194" h="1135">
                    <a:moveTo>
                      <a:pt x="18" y="1135"/>
                    </a:moveTo>
                    <a:lnTo>
                      <a:pt x="0" y="1135"/>
                    </a:lnTo>
                    <a:lnTo>
                      <a:pt x="0" y="354"/>
                    </a:lnTo>
                    <a:lnTo>
                      <a:pt x="176" y="177"/>
                    </a:lnTo>
                    <a:lnTo>
                      <a:pt x="176" y="0"/>
                    </a:lnTo>
                    <a:lnTo>
                      <a:pt x="194" y="0"/>
                    </a:lnTo>
                    <a:lnTo>
                      <a:pt x="194" y="183"/>
                    </a:lnTo>
                    <a:lnTo>
                      <a:pt x="18" y="360"/>
                    </a:lnTo>
                    <a:lnTo>
                      <a:pt x="18" y="1135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9" name="Freeform 40"/>
              <p:cNvSpPr>
                <a:spLocks noEditPoints="1"/>
              </p:cNvSpPr>
              <p:nvPr/>
            </p:nvSpPr>
            <p:spPr bwMode="auto">
              <a:xfrm>
                <a:off x="11849100" y="6416675"/>
                <a:ext cx="190500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0" name="Rectangle 41"/>
              <p:cNvSpPr>
                <a:spLocks noChangeArrowheads="1"/>
              </p:cNvSpPr>
              <p:nvPr/>
            </p:nvSpPr>
            <p:spPr bwMode="auto">
              <a:xfrm>
                <a:off x="11939587" y="6596063"/>
                <a:ext cx="23813" cy="252413"/>
              </a:xfrm>
              <a:prstGeom prst="rect">
                <a:avLst/>
              </a:pr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</p:sp>
        </p:grpSp>
      </p:grp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141413" y="618518"/>
            <a:ext cx="9905998" cy="147857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41412" y="2249487"/>
            <a:ext cx="9905999" cy="354171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456921" y="5883276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5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2EC9C91-2632-4F22-BFB1-62130C040863}" type="datetimeFigureOut">
              <a:rPr lang="bg-BG" smtClean="0"/>
              <a:t>7.5.2026 г.</a:t>
            </a:fld>
            <a:endParaRPr lang="bg-BG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1141411" y="5883275"/>
            <a:ext cx="623930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50" cap="all" baseline="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bg-BG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276321" y="5883274"/>
            <a:ext cx="77108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5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29C84FF-1E36-4FBE-87DA-4B007E54F693}" type="slidenum">
              <a:rPr lang="bg-BG" smtClean="0"/>
              <a:t>‹#›</a:t>
            </a:fld>
            <a:endParaRPr lang="bg-BG"/>
          </a:p>
        </p:txBody>
      </p:sp>
    </p:spTree>
    <p:extLst>
      <p:ext uri="{BB962C8B-B14F-4D97-AF65-F5344CB8AC3E}">
        <p14:creationId xmlns:p14="http://schemas.microsoft.com/office/powerpoint/2010/main" val="346291266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936" r:id="rId1"/>
    <p:sldLayoutId id="2147483937" r:id="rId2"/>
    <p:sldLayoutId id="2147483938" r:id="rId3"/>
    <p:sldLayoutId id="2147483939" r:id="rId4"/>
    <p:sldLayoutId id="2147483940" r:id="rId5"/>
    <p:sldLayoutId id="2147483941" r:id="rId6"/>
    <p:sldLayoutId id="2147483942" r:id="rId7"/>
    <p:sldLayoutId id="2147483943" r:id="rId8"/>
    <p:sldLayoutId id="2147483944" r:id="rId9"/>
    <p:sldLayoutId id="2147483945" r:id="rId10"/>
    <p:sldLayoutId id="2147483946" r:id="rId11"/>
    <p:sldLayoutId id="2147483947" r:id="rId12"/>
    <p:sldLayoutId id="2147483948" r:id="rId13"/>
    <p:sldLayoutId id="2147483949" r:id="rId14"/>
    <p:sldLayoutId id="2147483950" r:id="rId15"/>
    <p:sldLayoutId id="2147483951" r:id="rId16"/>
    <p:sldLayoutId id="2147483952" r:id="rId17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3600" kern="1200" cap="all" baseline="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120000"/>
        </a:lnSpc>
        <a:spcBef>
          <a:spcPts val="1000"/>
        </a:spcBef>
        <a:buSzPct val="125000"/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6.jp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-5054287" y="618564"/>
            <a:ext cx="3723462" cy="1451629"/>
          </a:xfrm>
        </p:spPr>
        <p:txBody>
          <a:bodyPr>
            <a:normAutofit/>
          </a:bodyPr>
          <a:lstStyle/>
          <a:p>
            <a:endParaRPr lang="bg-BG" sz="2400" dirty="0"/>
          </a:p>
        </p:txBody>
      </p:sp>
      <p:sp>
        <p:nvSpPr>
          <p:cNvPr id="15" name="Content Placeholder 14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bg-BG" dirty="0"/>
          </a:p>
        </p:txBody>
      </p:sp>
      <p:sp>
        <p:nvSpPr>
          <p:cNvPr id="7" name="TextBox 6"/>
          <p:cNvSpPr txBox="1"/>
          <p:nvPr/>
        </p:nvSpPr>
        <p:spPr>
          <a:xfrm>
            <a:off x="2554941" y="313326"/>
            <a:ext cx="8740588" cy="181588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bg-BG" sz="2800" b="1" dirty="0"/>
              <a:t>Държавен изпит за придобиване на трета степен на професионална квалификация – част по теория на професията</a:t>
            </a:r>
            <a:r>
              <a:rPr lang="bg-BG" sz="2800" dirty="0"/>
              <a:t/>
            </a:r>
            <a:br>
              <a:rPr lang="bg-BG" sz="2800" dirty="0"/>
            </a:br>
            <a:endParaRPr lang="bg-BG" sz="2800" dirty="0"/>
          </a:p>
        </p:txBody>
      </p:sp>
      <p:pic>
        <p:nvPicPr>
          <p:cNvPr id="9" name="Picture 8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157316" y="313326"/>
            <a:ext cx="3810868" cy="1270289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9372601" y="5663044"/>
            <a:ext cx="2926976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bg-BG" sz="2000" dirty="0"/>
              <a:t>Дипломант</a:t>
            </a:r>
            <a:r>
              <a:rPr lang="bg-BG" sz="2000" dirty="0" smtClean="0"/>
              <a:t>:</a:t>
            </a:r>
          </a:p>
          <a:p>
            <a:endParaRPr lang="bg-BG" sz="2000" dirty="0"/>
          </a:p>
          <a:p>
            <a:r>
              <a:rPr lang="bg-BG" sz="2000" dirty="0"/>
              <a:t>Йордан Минков</a:t>
            </a:r>
          </a:p>
        </p:txBody>
      </p:sp>
    </p:spTree>
    <p:extLst>
      <p:ext uri="{BB962C8B-B14F-4D97-AF65-F5344CB8AC3E}">
        <p14:creationId xmlns:p14="http://schemas.microsoft.com/office/powerpoint/2010/main" val="187712922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bg-BG" b="1" dirty="0"/>
              <a:t>Цел на проекта</a:t>
            </a:r>
            <a:endParaRPr lang="bg-BG" dirty="0"/>
          </a:p>
        </p:txBody>
      </p:sp>
      <p:pic>
        <p:nvPicPr>
          <p:cNvPr id="4" name="Content Placeholder 3"/>
          <p:cNvPicPr>
            <a:picLocks noGrp="1" noChangeAspect="1"/>
          </p:cNvPicPr>
          <p:nvPr>
            <p:ph idx="1"/>
          </p:nvPr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</p:spPr>
      </p:pic>
      <p:sp>
        <p:nvSpPr>
          <p:cNvPr id="5" name="TextBox 4"/>
          <p:cNvSpPr txBox="1"/>
          <p:nvPr/>
        </p:nvSpPr>
        <p:spPr>
          <a:xfrm>
            <a:off x="1141414" y="618518"/>
            <a:ext cx="4748398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bg-BG" sz="4800" dirty="0" smtClean="0"/>
              <a:t>Цел на проекта</a:t>
            </a:r>
            <a:endParaRPr lang="bg-BG" sz="4800" dirty="0"/>
          </a:p>
        </p:txBody>
      </p:sp>
      <p:sp>
        <p:nvSpPr>
          <p:cNvPr id="3" name="TextBox 2"/>
          <p:cNvSpPr txBox="1"/>
          <p:nvPr/>
        </p:nvSpPr>
        <p:spPr>
          <a:xfrm>
            <a:off x="7279061" y="5123283"/>
            <a:ext cx="6456175" cy="138499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457200" indent="-457200" algn="ctr">
              <a:buFont typeface="Wingdings" panose="05000000000000000000" pitchFamily="2" charset="2"/>
              <a:buChar char="ü"/>
            </a:pPr>
            <a:r>
              <a:rPr lang="ru-RU" sz="2800" b="1" dirty="0"/>
              <a:t>Автоматизация:</a:t>
            </a:r>
            <a:r>
              <a:rPr lang="ru-RU" sz="2800" dirty="0"/>
              <a:t> </a:t>
            </a:r>
            <a:endParaRPr lang="ru-RU" sz="2800" dirty="0" smtClean="0"/>
          </a:p>
          <a:p>
            <a:pPr marL="457200" indent="-457200" algn="ctr">
              <a:buFont typeface="Wingdings" panose="05000000000000000000" pitchFamily="2" charset="2"/>
              <a:buChar char="ü"/>
            </a:pPr>
            <a:r>
              <a:rPr lang="ru-RU" sz="2800" b="1" dirty="0" smtClean="0"/>
              <a:t>Стабилност</a:t>
            </a:r>
            <a:r>
              <a:rPr lang="ru-RU" sz="2800" b="1" dirty="0"/>
              <a:t>:</a:t>
            </a:r>
            <a:r>
              <a:rPr lang="ru-RU" sz="2800" dirty="0"/>
              <a:t> </a:t>
            </a:r>
            <a:endParaRPr lang="ru-RU" sz="2800" dirty="0" smtClean="0"/>
          </a:p>
          <a:p>
            <a:pPr marL="457200" indent="-457200" algn="ctr">
              <a:buFont typeface="Wingdings" panose="05000000000000000000" pitchFamily="2" charset="2"/>
              <a:buChar char="ü"/>
            </a:pPr>
            <a:r>
              <a:rPr lang="ru-RU" sz="2800" b="1" dirty="0" smtClean="0"/>
              <a:t>Интеграция</a:t>
            </a:r>
            <a:r>
              <a:rPr lang="ru-RU" sz="2800" b="1" dirty="0"/>
              <a:t>:</a:t>
            </a:r>
            <a:r>
              <a:rPr lang="ru-RU" sz="2800" dirty="0"/>
              <a:t> </a:t>
            </a:r>
          </a:p>
        </p:txBody>
      </p:sp>
    </p:spTree>
    <p:extLst>
      <p:ext uri="{BB962C8B-B14F-4D97-AF65-F5344CB8AC3E}">
        <p14:creationId xmlns:p14="http://schemas.microsoft.com/office/powerpoint/2010/main" val="4187780017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bg-BG" b="1" dirty="0"/>
              <a:t>Основни задачи</a:t>
            </a:r>
            <a:endParaRPr lang="bg-BG" dirty="0"/>
          </a:p>
        </p:txBody>
      </p:sp>
      <p:pic>
        <p:nvPicPr>
          <p:cNvPr id="10" name="Content Placeholder 9"/>
          <p:cNvPicPr>
            <a:picLocks noGrp="1" noChangeAspect="1"/>
          </p:cNvPicPr>
          <p:nvPr>
            <p:ph idx="1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029200" y="1667435"/>
            <a:ext cx="7261412" cy="4254079"/>
          </a:xfrm>
        </p:spPr>
      </p:pic>
      <p:pic>
        <p:nvPicPr>
          <p:cNvPr id="11" name="Picture 10"/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1" y="-161364"/>
            <a:ext cx="13346205" cy="7194176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524435" y="799227"/>
            <a:ext cx="8243048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bg-BG" sz="4800" b="1" dirty="0"/>
              <a:t>Основни задачи</a:t>
            </a:r>
            <a:endParaRPr lang="bg-BG" sz="4800" dirty="0"/>
          </a:p>
        </p:txBody>
      </p:sp>
      <p:sp>
        <p:nvSpPr>
          <p:cNvPr id="3" name="TextBox 2"/>
          <p:cNvSpPr txBox="1"/>
          <p:nvPr/>
        </p:nvSpPr>
        <p:spPr>
          <a:xfrm>
            <a:off x="524436" y="3429000"/>
            <a:ext cx="9493624" cy="181588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Wingdings" panose="05000000000000000000" pitchFamily="2" charset="2"/>
              <a:buChar char="ü"/>
            </a:pPr>
            <a:r>
              <a:rPr lang="ru-RU" sz="2800" b="1" dirty="0"/>
              <a:t>Анализ и подбор на хардуерни компоненти и сензори.</a:t>
            </a:r>
          </a:p>
          <a:p>
            <a:pPr marL="285750" indent="-285750">
              <a:buFont typeface="Wingdings" panose="05000000000000000000" pitchFamily="2" charset="2"/>
              <a:buChar char="ü"/>
            </a:pPr>
            <a:r>
              <a:rPr lang="ru-RU" sz="2800" b="1" dirty="0"/>
              <a:t>Проектиране и сглобяване на механичното шаси.</a:t>
            </a:r>
          </a:p>
          <a:p>
            <a:pPr marL="285750" indent="-285750">
              <a:buFont typeface="Wingdings" panose="05000000000000000000" pitchFamily="2" charset="2"/>
              <a:buChar char="ü"/>
            </a:pPr>
            <a:r>
              <a:rPr lang="ru-RU" sz="2800" b="1" dirty="0"/>
              <a:t>Разработка на софтуерен алгоритъм за управление на движението.</a:t>
            </a:r>
          </a:p>
        </p:txBody>
      </p:sp>
    </p:spTree>
    <p:extLst>
      <p:ext uri="{BB962C8B-B14F-4D97-AF65-F5344CB8AC3E}">
        <p14:creationId xmlns:p14="http://schemas.microsoft.com/office/powerpoint/2010/main" val="389937007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 flipH="1">
            <a:off x="-4808669" y="1856856"/>
            <a:ext cx="115645" cy="240232"/>
          </a:xfrm>
        </p:spPr>
        <p:txBody>
          <a:bodyPr>
            <a:normAutofit fontScale="90000"/>
          </a:bodyPr>
          <a:lstStyle/>
          <a:p>
            <a:r>
              <a:rPr lang="bg-BG" dirty="0"/>
              <a:t/>
            </a:r>
            <a:br>
              <a:rPr lang="bg-BG" dirty="0"/>
            </a:br>
            <a:endParaRPr lang="bg-BG" dirty="0"/>
          </a:p>
        </p:txBody>
      </p:sp>
      <p:pic>
        <p:nvPicPr>
          <p:cNvPr id="4" name="Content Placeholder 3"/>
          <p:cNvPicPr>
            <a:picLocks noGrp="1" noChangeAspect="1"/>
          </p:cNvPicPr>
          <p:nvPr>
            <p:ph idx="1"/>
          </p:nvPr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202062" cy="6858000"/>
          </a:xfrm>
        </p:spPr>
      </p:pic>
      <p:sp>
        <p:nvSpPr>
          <p:cNvPr id="5" name="TextBox 4"/>
          <p:cNvSpPr txBox="1"/>
          <p:nvPr/>
        </p:nvSpPr>
        <p:spPr>
          <a:xfrm>
            <a:off x="1788459" y="995082"/>
            <a:ext cx="8928847" cy="86177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bg-BG" sz="3200" b="1" cap="all" dirty="0">
                <a:solidFill>
                  <a:prstClr val="white"/>
                </a:solidFill>
                <a:ea typeface="+mj-ea"/>
                <a:cs typeface="+mj-cs"/>
              </a:rPr>
              <a:t>Хардуерна конфигурация и Шаси</a:t>
            </a:r>
            <a:r>
              <a:rPr lang="bg-BG" sz="3200" cap="all" dirty="0">
                <a:solidFill>
                  <a:prstClr val="white"/>
                </a:solidFill>
                <a:ea typeface="+mj-ea"/>
                <a:cs typeface="+mj-cs"/>
              </a:rPr>
              <a:t/>
            </a:r>
            <a:br>
              <a:rPr lang="bg-BG" sz="3200" cap="all" dirty="0">
                <a:solidFill>
                  <a:prstClr val="white"/>
                </a:solidFill>
                <a:ea typeface="+mj-ea"/>
                <a:cs typeface="+mj-cs"/>
              </a:rPr>
            </a:br>
            <a:endParaRPr lang="bg-BG" dirty="0"/>
          </a:p>
        </p:txBody>
      </p:sp>
      <p:sp>
        <p:nvSpPr>
          <p:cNvPr id="10" name="TextBox 9"/>
          <p:cNvSpPr txBox="1"/>
          <p:nvPr/>
        </p:nvSpPr>
        <p:spPr>
          <a:xfrm>
            <a:off x="1559859" y="1943997"/>
            <a:ext cx="3711388" cy="181588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457200" indent="-457200">
              <a:buFont typeface="Wingdings" panose="05000000000000000000" pitchFamily="2" charset="2"/>
              <a:buChar char="ü"/>
            </a:pPr>
            <a:r>
              <a:rPr lang="ru-RU" sz="2800" dirty="0" smtClean="0"/>
              <a:t> Шаси:</a:t>
            </a:r>
          </a:p>
          <a:p>
            <a:pPr marL="457200" indent="-457200">
              <a:buFont typeface="Wingdings" panose="05000000000000000000" pitchFamily="2" charset="2"/>
              <a:buChar char="ü"/>
            </a:pPr>
            <a:r>
              <a:rPr lang="ru-RU" sz="2800" dirty="0" smtClean="0"/>
              <a:t> Задвижване:</a:t>
            </a:r>
          </a:p>
          <a:p>
            <a:pPr marL="457200" indent="-457200">
              <a:buFont typeface="Wingdings" panose="05000000000000000000" pitchFamily="2" charset="2"/>
              <a:buChar char="ü"/>
            </a:pPr>
            <a:r>
              <a:rPr lang="ru-RU" sz="2800" dirty="0" smtClean="0"/>
              <a:t> Управление:</a:t>
            </a:r>
            <a:endParaRPr lang="ru-RU" sz="2800" dirty="0"/>
          </a:p>
          <a:p>
            <a:pPr marL="457200" indent="-457200">
              <a:buFont typeface="Wingdings" panose="05000000000000000000" pitchFamily="2" charset="2"/>
              <a:buChar char="ü"/>
            </a:pPr>
            <a:r>
              <a:rPr lang="ru-RU" sz="2800" dirty="0" smtClean="0"/>
              <a:t> Дизайн:</a:t>
            </a:r>
            <a:endParaRPr lang="ru-RU" sz="2800" dirty="0"/>
          </a:p>
        </p:txBody>
      </p:sp>
    </p:spTree>
    <p:extLst>
      <p:ext uri="{BB962C8B-B14F-4D97-AF65-F5344CB8AC3E}">
        <p14:creationId xmlns:p14="http://schemas.microsoft.com/office/powerpoint/2010/main" val="397948561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19165" y="618518"/>
            <a:ext cx="5628246" cy="1478570"/>
          </a:xfrm>
        </p:spPr>
        <p:txBody>
          <a:bodyPr/>
          <a:lstStyle/>
          <a:p>
            <a:r>
              <a:rPr lang="bg-BG" b="1" dirty="0"/>
              <a:t>Енергийна система</a:t>
            </a:r>
            <a:endParaRPr lang="bg-BG" dirty="0"/>
          </a:p>
        </p:txBody>
      </p:sp>
      <p:pic>
        <p:nvPicPr>
          <p:cNvPr id="4" name="Content Placeholder 3"/>
          <p:cNvPicPr>
            <a:picLocks noGrp="1" noChangeAspect="1"/>
          </p:cNvPicPr>
          <p:nvPr>
            <p:ph idx="1"/>
          </p:nvPr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-26894"/>
            <a:ext cx="12192000" cy="7126941"/>
          </a:xfrm>
        </p:spPr>
      </p:pic>
    </p:spTree>
    <p:extLst>
      <p:ext uri="{BB962C8B-B14F-4D97-AF65-F5344CB8AC3E}">
        <p14:creationId xmlns:p14="http://schemas.microsoft.com/office/powerpoint/2010/main" val="87721664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Content Placeholder 3"/>
          <p:cNvPicPr>
            <a:picLocks noGrp="1" noChangeAspect="1"/>
          </p:cNvPicPr>
          <p:nvPr>
            <p:ph idx="1"/>
          </p:nvPr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1999" cy="6858000"/>
          </a:xfrm>
        </p:spPr>
      </p:pic>
    </p:spTree>
    <p:extLst>
      <p:ext uri="{BB962C8B-B14F-4D97-AF65-F5344CB8AC3E}">
        <p14:creationId xmlns:p14="http://schemas.microsoft.com/office/powerpoint/2010/main" val="357996360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bg-BG" b="1" dirty="0"/>
              <a:t>Комуникационен интерфейс</a:t>
            </a:r>
            <a:endParaRPr lang="bg-BG" dirty="0"/>
          </a:p>
        </p:txBody>
      </p:sp>
      <p:sp>
        <p:nvSpPr>
          <p:cNvPr id="5" name="Content Placeholder 4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bg-BG"/>
          </a:p>
        </p:txBody>
      </p:sp>
    </p:spTree>
    <p:extLst>
      <p:ext uri="{BB962C8B-B14F-4D97-AF65-F5344CB8AC3E}">
        <p14:creationId xmlns:p14="http://schemas.microsoft.com/office/powerpoint/2010/main" val="25516543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bg-BG" b="1" dirty="0"/>
              <a:t>Сървърно приложение (Django)</a:t>
            </a:r>
            <a:r>
              <a:rPr lang="bg-BG" dirty="0"/>
              <a:t/>
            </a:r>
            <a:br>
              <a:rPr lang="bg-BG" dirty="0"/>
            </a:br>
            <a:endParaRPr lang="bg-BG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bg-BG" dirty="0"/>
          </a:p>
        </p:txBody>
      </p:sp>
    </p:spTree>
    <p:extLst>
      <p:ext uri="{BB962C8B-B14F-4D97-AF65-F5344CB8AC3E}">
        <p14:creationId xmlns:p14="http://schemas.microsoft.com/office/powerpoint/2010/main" val="360326983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bg-BG" b="1" dirty="0"/>
              <a:t>Потребителски уеб интерфейс</a:t>
            </a:r>
            <a:r>
              <a:rPr lang="bg-BG" dirty="0"/>
              <a:t/>
            </a:r>
            <a:br>
              <a:rPr lang="bg-BG" dirty="0"/>
            </a:br>
            <a:endParaRPr lang="bg-BG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bg-BG"/>
          </a:p>
        </p:txBody>
      </p:sp>
    </p:spTree>
    <p:extLst>
      <p:ext uri="{BB962C8B-B14F-4D97-AF65-F5344CB8AC3E}">
        <p14:creationId xmlns:p14="http://schemas.microsoft.com/office/powerpoint/2010/main" val="260744083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bg-BG" b="1" dirty="0"/>
              <a:t>Алгоритъм на работа</a:t>
            </a:r>
            <a:endParaRPr lang="bg-BG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bg-BG"/>
          </a:p>
        </p:txBody>
      </p:sp>
    </p:spTree>
    <p:extLst>
      <p:ext uri="{BB962C8B-B14F-4D97-AF65-F5344CB8AC3E}">
        <p14:creationId xmlns:p14="http://schemas.microsoft.com/office/powerpoint/2010/main" val="372114906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bg-BG" b="1" dirty="0"/>
              <a:t>Тестове и резултати</a:t>
            </a:r>
            <a:endParaRPr lang="bg-BG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bg-BG"/>
          </a:p>
        </p:txBody>
      </p:sp>
    </p:spTree>
    <p:extLst>
      <p:ext uri="{BB962C8B-B14F-4D97-AF65-F5344CB8AC3E}">
        <p14:creationId xmlns:p14="http://schemas.microsoft.com/office/powerpoint/2010/main" val="3859900434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bg-BG" b="1" dirty="0"/>
              <a:t>: Заключение</a:t>
            </a:r>
            <a:endParaRPr lang="bg-BG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bg-BG"/>
          </a:p>
        </p:txBody>
      </p:sp>
    </p:spTree>
    <p:extLst>
      <p:ext uri="{BB962C8B-B14F-4D97-AF65-F5344CB8AC3E}">
        <p14:creationId xmlns:p14="http://schemas.microsoft.com/office/powerpoint/2010/main" val="1465739773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bg-BG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bg-BG" sz="4400" dirty="0"/>
              <a:t>Благодаря за вниманието</a:t>
            </a:r>
            <a:endParaRPr lang="bg-BG" sz="4400" dirty="0"/>
          </a:p>
        </p:txBody>
      </p:sp>
    </p:spTree>
    <p:extLst>
      <p:ext uri="{BB962C8B-B14F-4D97-AF65-F5344CB8AC3E}">
        <p14:creationId xmlns:p14="http://schemas.microsoft.com/office/powerpoint/2010/main" val="2770769316"/>
      </p:ext>
    </p:extLst>
  </p:cSld>
  <p:clrMapOvr>
    <a:masterClrMapping/>
  </p:clrMapOvr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Circuit">
  <a:themeElements>
    <a:clrScheme name="Circuit">
      <a:dk1>
        <a:sysClr val="windowText" lastClr="000000"/>
      </a:dk1>
      <a:lt1>
        <a:sysClr val="window" lastClr="FFFFFF"/>
      </a:lt1>
      <a:dk2>
        <a:srgbClr val="252C36"/>
      </a:dk2>
      <a:lt2>
        <a:srgbClr val="7C96A3"/>
      </a:lt2>
      <a:accent1>
        <a:srgbClr val="4FD093"/>
      </a:accent1>
      <a:accent2>
        <a:srgbClr val="54BCDF"/>
      </a:accent2>
      <a:accent3>
        <a:srgbClr val="A262D0"/>
      </a:accent3>
      <a:accent4>
        <a:srgbClr val="D7537B"/>
      </a:accent4>
      <a:accent5>
        <a:srgbClr val="E78045"/>
      </a:accent5>
      <a:accent6>
        <a:srgbClr val="84C350"/>
      </a:accent6>
      <a:hlink>
        <a:srgbClr val="22FFFF"/>
      </a:hlink>
      <a:folHlink>
        <a:srgbClr val="9BF3FD"/>
      </a:folHlink>
    </a:clrScheme>
    <a:fontScheme name="Circuit">
      <a:majorFont>
        <a:latin typeface="Tw Cen MT" panose="020B0602020104020603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Tw Cen MT" panose="020B0602020104020603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Circuit">
      <a:fillStyleLst>
        <a:solidFill>
          <a:schemeClr val="phClr"/>
        </a:solidFill>
        <a:gradFill rotWithShape="1">
          <a:gsLst>
            <a:gs pos="0">
              <a:schemeClr val="phClr">
                <a:tint val="58000"/>
                <a:satMod val="108000"/>
                <a:lumMod val="110000"/>
              </a:schemeClr>
            </a:gs>
            <a:gs pos="100000">
              <a:schemeClr val="phClr">
                <a:tint val="81000"/>
                <a:satMod val="109000"/>
                <a:lumMod val="105000"/>
              </a:schemeClr>
            </a:gs>
          </a:gsLst>
          <a:lin ang="5040000" scaled="0"/>
        </a:gradFill>
        <a:gradFill rotWithShape="1">
          <a:gsLst>
            <a:gs pos="0">
              <a:schemeClr val="phClr">
                <a:tint val="94000"/>
                <a:satMod val="105000"/>
                <a:lumMod val="102000"/>
              </a:schemeClr>
            </a:gs>
            <a:gs pos="100000">
              <a:schemeClr val="phClr">
                <a:shade val="74000"/>
                <a:satMod val="128000"/>
                <a:lumMod val="100000"/>
              </a:schemeClr>
            </a:gs>
          </a:gsLst>
          <a:lin ang="5400000" scaled="0"/>
        </a:gradFill>
      </a:fillStyleLst>
      <a:lnStyleLst>
        <a:ln w="9525" cap="flat" cmpd="sng" algn="ctr">
          <a:solidFill>
            <a:schemeClr val="phClr"/>
          </a:solidFill>
          <a:prstDash val="solid"/>
        </a:ln>
        <a:ln w="15875" cap="flat" cmpd="sng" algn="ctr">
          <a:solidFill>
            <a:schemeClr val="phClr"/>
          </a:solidFill>
          <a:prstDash val="solid"/>
        </a:ln>
        <a:ln w="22225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8000"/>
                <a:hueMod val="94000"/>
                <a:satMod val="148000"/>
                <a:lumMod val="140000"/>
              </a:schemeClr>
            </a:gs>
            <a:gs pos="100000">
              <a:schemeClr val="phClr">
                <a:shade val="92000"/>
                <a:hueMod val="104000"/>
                <a:satMod val="140000"/>
                <a:lumMod val="48000"/>
              </a:schemeClr>
            </a:gs>
          </a:gsLst>
          <a:lin ang="5040000" scaled="0"/>
        </a:gradFill>
        <a:blipFill>
          <a:blip xmlns:r="http://schemas.openxmlformats.org/officeDocument/2006/relationships" r:embed="rId1">
            <a:duotone>
              <a:schemeClr val="phClr">
                <a:shade val="48000"/>
                <a:hueMod val="106000"/>
                <a:satMod val="140000"/>
                <a:lumMod val="42000"/>
              </a:schemeClr>
              <a:schemeClr val="phClr">
                <a:tint val="98000"/>
                <a:hueMod val="92000"/>
                <a:satMod val="220000"/>
                <a:lumMod val="90000"/>
              </a:schemeClr>
            </a:duotone>
          </a:blip>
          <a:stretch/>
        </a:blip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Circuit" id="{0AC2F7E7-15F5-431C-B2A2-456FE929F56C}" vid="{142578CA-DEC9-49C3-80AF-C113973CC9A9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Circuit</Template>
  <TotalTime>1563</TotalTime>
  <Words>482</Words>
  <Application>Microsoft Office PowerPoint</Application>
  <PresentationFormat>Widescreen</PresentationFormat>
  <Paragraphs>72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9" baseType="lpstr">
      <vt:lpstr>Arial</vt:lpstr>
      <vt:lpstr>Calibri</vt:lpstr>
      <vt:lpstr>Trebuchet MS</vt:lpstr>
      <vt:lpstr>Tw Cen MT</vt:lpstr>
      <vt:lpstr>Wingdings</vt:lpstr>
      <vt:lpstr>Circuit</vt:lpstr>
      <vt:lpstr>PowerPoint Presentation</vt:lpstr>
      <vt:lpstr>Цел на проекта</vt:lpstr>
      <vt:lpstr>Основни задачи</vt:lpstr>
      <vt:lpstr> </vt:lpstr>
      <vt:lpstr>Енергийна система</vt:lpstr>
      <vt:lpstr>PowerPoint Presentation</vt:lpstr>
      <vt:lpstr>Комуникационен интерфейс</vt:lpstr>
      <vt:lpstr>Сървърно приложение (Django) </vt:lpstr>
      <vt:lpstr>Потребителски уеб интерфейс </vt:lpstr>
      <vt:lpstr>Алгоритъм на работа</vt:lpstr>
      <vt:lpstr>Тестове и резултати</vt:lpstr>
      <vt:lpstr>: Заключение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admin</dc:creator>
  <cp:lastModifiedBy>admin</cp:lastModifiedBy>
  <cp:revision>21</cp:revision>
  <dcterms:created xsi:type="dcterms:W3CDTF">2026-04-27T09:07:25Z</dcterms:created>
  <dcterms:modified xsi:type="dcterms:W3CDTF">2026-05-07T06:39:08Z</dcterms:modified>
</cp:coreProperties>
</file>