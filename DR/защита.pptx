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2178" autoAdjust="0"/>
  </p:normalViewPr>
  <p:slideViewPr>
    <p:cSldViewPr snapToGrid="0">
      <p:cViewPr varScale="1">
        <p:scale>
          <a:sx n="71" d="100"/>
          <a:sy n="71" d="100"/>
        </p:scale>
        <p:origin x="23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D87C98-C836-4DCD-9292-B24B0D0B6832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C144B-D339-4822-8841-68B5F0331A6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11952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6000" dirty="0" smtClean="0"/>
              <a:t>Уважаема г-жа Директор,</a:t>
            </a:r>
            <a:r>
              <a:rPr lang="bg-BG" sz="6000" baseline="0" dirty="0" smtClean="0"/>
              <a:t> Уважаема комисия. Аз съм Йордан Минков. Темата на моя дипломен проект е „</a:t>
            </a:r>
            <a:r>
              <a:rPr lang="bg-BG" sz="6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Дистанционно управлявана „Робо‑платформа“ през Уеб“.</a:t>
            </a:r>
          </a:p>
          <a:p>
            <a:endParaRPr lang="bg-BG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C144B-D339-4822-8841-68B5F0331A66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35122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Основната цел е създаването на мобилен робот, който се управлява дистанционно чрез уеб интерфейс от смартфон или компютър. Проектът цели да направи управлението на роботизирани системи по-достъпно чрез използването на стандартни потребителски устройства.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C144B-D339-4822-8841-68B5F0331A66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69785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Задачите включват проектиране на стабилно шаси, изграждане на надеждна енергийна система и програмиране на микроконтролерно управление. Паралелно с това се разработва сървърна част за безжична комуникация и визуализация.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C144B-D339-4822-8841-68B5F0331A66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96676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Платформата е изградена върху стабилно шаси, задвижвано от четири независими DC двигателя. Тази конфигурация осигурява висока маневреност и проходимост на мобилния робот в затворени пространства.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C144B-D339-4822-8841-68B5F0331A66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94859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Захранването е реализирано чрез висококапацитетни литиево-йонни (Li-ion) батерии, гарантиращи дълга автономна работа. Системата включва модули за стабилизация на напрежението и защита на компонентите.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C144B-D339-4822-8841-68B5F0331A66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63272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„Сърцето“ на хардуерната част е микроконтролер Arduino, който получава командите и управлява посоката и скоростта на двигателите. Програмирането му е оптимизирано за бърза обработка на сигналите в реално време.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C144B-D339-4822-8841-68B5F0331A66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68302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Връзката между управляващото устройство и робота се осъществява чрез Bluetooth технология. Това осигурява стабилен безжичен канал за предаване на данни без нужда от сложна мрежова инфраструктура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C144B-D339-4822-8841-68B5F0331A66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73510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Разработено е мощно сървърно приложение, използващо софтуерната рамка Django. То служи като мост между потребителския уеб браузър и Bluetooth комуникацията към робота.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C144B-D339-4822-8841-68B5F0331A66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771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Създаден е интуитивен графичен интерфейс, достъпен през всеки съвременен уеб браузър. Потребителят може да контролира движението на платформата чрез виртуални бутони в реално време.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C144B-D339-4822-8841-68B5F0331A66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0671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Системата работи чрез приемане на HTTP заявки от браузъра, които сървърът преобразува в команди и изпраща към Bluetooth модула на робота. Arduino интерпретира тези команди и активира съответните задвижващи механизми.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C144B-D339-4822-8841-68B5F0331A66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45026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Проведените тестове потвърждават високата надеждност на системата и ниското времезакъснение при изпълнение на командите. Оценени са стабилността на връзката и издръжливостта на захранващия блок при натоварване.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C144B-D339-4822-8841-68B5F0331A66}" type="slidenum">
              <a:rPr lang="bg-BG" smtClean="0"/>
              <a:t>11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35932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Проектът успешно демонстрира синергията между хардуерно проектиране и уеб технологии за дистанционно управление. Постигнатите резултати полагат основа за бъдещи подобрения като добавяне на сензори и видео стрийминг.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C144B-D339-4822-8841-68B5F0331A66}" type="slidenum">
              <a:rPr lang="bg-BG" smtClean="0"/>
              <a:t>12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63407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0871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09660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03004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94869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4624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51098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6056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8238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93111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8870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48939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345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89972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04066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72379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85974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70613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C9C91-2632-4F22-BFB1-62130C040863}" type="datetimeFigureOut">
              <a:rPr lang="bg-BG" smtClean="0"/>
              <a:t>30.4.2026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C84FF-1E36-4FBE-87DA-4B007E54F6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62912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48" r:id="rId13"/>
    <p:sldLayoutId id="2147483949" r:id="rId14"/>
    <p:sldLayoutId id="2147483950" r:id="rId15"/>
    <p:sldLayoutId id="2147483951" r:id="rId16"/>
    <p:sldLayoutId id="214748395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054287" y="618564"/>
            <a:ext cx="3723462" cy="1451629"/>
          </a:xfrm>
        </p:spPr>
        <p:txBody>
          <a:bodyPr>
            <a:normAutofit/>
          </a:bodyPr>
          <a:lstStyle/>
          <a:p>
            <a:endParaRPr lang="bg-BG" sz="2400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TextBox 6"/>
          <p:cNvSpPr txBox="1"/>
          <p:nvPr/>
        </p:nvSpPr>
        <p:spPr>
          <a:xfrm>
            <a:off x="2554941" y="313326"/>
            <a:ext cx="87405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b="1" dirty="0"/>
              <a:t>Държавен изпит за придобиване на трета степен на професионална квалификация – част по теория на професията</a:t>
            </a:r>
            <a:r>
              <a:rPr lang="bg-BG" sz="2800" dirty="0"/>
              <a:t/>
            </a:r>
            <a:br>
              <a:rPr lang="bg-BG" sz="2800" dirty="0"/>
            </a:br>
            <a:endParaRPr lang="bg-BG" sz="2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16" y="313326"/>
            <a:ext cx="3810868" cy="12702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02529" y="5663044"/>
            <a:ext cx="25970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/>
              <a:t>Дипломант</a:t>
            </a:r>
            <a:r>
              <a:rPr lang="bg-BG" sz="2000" dirty="0" smtClean="0"/>
              <a:t>:</a:t>
            </a:r>
          </a:p>
          <a:p>
            <a:endParaRPr lang="bg-BG" sz="2000" dirty="0"/>
          </a:p>
          <a:p>
            <a:r>
              <a:rPr lang="bg-BG" sz="2000" dirty="0"/>
              <a:t>Йордан Минков</a:t>
            </a:r>
          </a:p>
        </p:txBody>
      </p:sp>
    </p:spTree>
    <p:extLst>
      <p:ext uri="{BB962C8B-B14F-4D97-AF65-F5344CB8AC3E}">
        <p14:creationId xmlns:p14="http://schemas.microsoft.com/office/powerpoint/2010/main" val="187712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Цел на проекта</a:t>
            </a:r>
            <a:endParaRPr lang="bg-B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TextBox 4"/>
          <p:cNvSpPr txBox="1"/>
          <p:nvPr/>
        </p:nvSpPr>
        <p:spPr>
          <a:xfrm>
            <a:off x="1141414" y="618518"/>
            <a:ext cx="4748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800" dirty="0" smtClean="0"/>
              <a:t>Цел на проекта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418778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Основни задачи</a:t>
            </a:r>
            <a:endParaRPr lang="bg-BG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667435"/>
            <a:ext cx="7261412" cy="4254079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61364"/>
            <a:ext cx="13346205" cy="71941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4435" y="799227"/>
            <a:ext cx="8243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800" b="1" dirty="0"/>
              <a:t>Основни задачи</a:t>
            </a:r>
            <a:endParaRPr lang="bg-BG" sz="4800" dirty="0"/>
          </a:p>
        </p:txBody>
      </p:sp>
    </p:spTree>
    <p:extLst>
      <p:ext uri="{BB962C8B-B14F-4D97-AF65-F5344CB8AC3E}">
        <p14:creationId xmlns:p14="http://schemas.microsoft.com/office/powerpoint/2010/main" val="389937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: Хардуерна конфигурация и Шаси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7948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Енергийна система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7721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Управляващ модул (Arduino)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7996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Комуникационен интерфейс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516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Сървърно приложение (Django)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03269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Потребителски уеб интерфейс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0744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Алгоритъм на работа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2114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Тестове и резултати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59900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: Заключение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657397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1469</TotalTime>
  <Words>425</Words>
  <Application>Microsoft Office PowerPoint</Application>
  <PresentationFormat>Widescreen</PresentationFormat>
  <Paragraphs>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Tw Cen MT</vt:lpstr>
      <vt:lpstr>Circuit</vt:lpstr>
      <vt:lpstr>PowerPoint Presentation</vt:lpstr>
      <vt:lpstr>Цел на проекта</vt:lpstr>
      <vt:lpstr>Основни задачи</vt:lpstr>
      <vt:lpstr>: Хардуерна конфигурация и Шаси </vt:lpstr>
      <vt:lpstr>Енергийна система</vt:lpstr>
      <vt:lpstr>Управляващ модул (Arduino)</vt:lpstr>
      <vt:lpstr>Комуникационен интерфейс</vt:lpstr>
      <vt:lpstr>Сървърно приложение (Django) </vt:lpstr>
      <vt:lpstr>Потребителски уеб интерфейс </vt:lpstr>
      <vt:lpstr>Алгоритъм на работа</vt:lpstr>
      <vt:lpstr>Тестове и резултати</vt:lpstr>
      <vt:lpstr>: 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13</cp:revision>
  <dcterms:created xsi:type="dcterms:W3CDTF">2026-04-27T09:07:25Z</dcterms:created>
  <dcterms:modified xsi:type="dcterms:W3CDTF">2026-04-30T08:40:41Z</dcterms:modified>
</cp:coreProperties>
</file>